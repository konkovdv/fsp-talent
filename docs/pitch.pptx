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554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C8C9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ЛЦТ 2026 · ФЕДЕРАЦИЯ СПОРТИВНОГО ПРОГРАММИРОВАНИЯ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ФСП Талант: работодатель находит человека, а не наоборот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0175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DED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Подтверждённый тестом грейд, объяснимая подборка и контакты только после согласия кандидата.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 И ОТВЕТ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Резюме обещает, тест подтверждает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7452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Работодатель видит заявленный грейд и список технологий. Сортировка по резюме ставит в первую десятку 28 % людей с завышенным грейдом.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320040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3756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Ответ.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Грейд даёт только адаптивный тест специализации. Результаты ФСП — отдельная подтверждённая ось, без неё человек не теряет место.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6634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Механика.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Работодатель описывает потребность, получает подборку с разбором каждого места и приглашает первым, сразу с вилкой.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app.validation.matching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10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ПУТЬ ЗА ТРИ МИНУТЫ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Опрос, пробный тест, категория</a:t>
            </a:r>
            <a:endParaRPr lang="en-US" sz="3000" dirty="0"/>
          </a:p>
        </p:txBody>
      </p:sp>
      <p:pic>
        <p:nvPicPr>
          <p:cNvPr id="6" name="Image 0" descr="Пробный тест: шкала уверенности и нейтральный ито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Кандидат выбирает специализацию и грейд, стаж только подсказывает.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Пробный тест: 15 заданий за 5 минут и нейтральный итог с вероятностью уровня.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Проверить самим: jury1…jury10, пароль demo12345.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Репозиторий: github.com/KonkovDV/fsp-talent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МЕХАНИКА КОНТАКТА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Приглашение с вилкой, контакты после согласия</a:t>
            </a:r>
            <a:endParaRPr lang="en-US" sz="3000" dirty="0"/>
          </a:p>
        </p:txBody>
      </p:sp>
      <p:pic>
        <p:nvPicPr>
          <p:cNvPr id="6" name="Image 0" descr="Приглашение с вилкой: имя и контакты открываются после согласи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Карточки анонимны: имя и контакты открываются, только когда кандидат принял приглашение.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больше 50 приглашений в день от компании, срок ответа 14 дней.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После отказа та же компания ждёт 30 дней. Кандидат может закрыть контакты для одной компании.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Выученный ответ не подходит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сдают с ключом от другого экземпляра того же семейства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сдали бы с ключом фиксированного банка вопросов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0,0 %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сдают middle после 20 чужих сессий; честная сдача тех же людей 6,2 %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app.validation.assessment --n 2000 --seed 7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ТОЧНОСТЬ И УСТОЙЧИВОСТЬ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 о грейде держится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91,5 %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верных решений вдали от границы грейда, 2000 кандидатов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84 %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 же решение повторного теста вдали от порога; корреляция θ 0,86, взвешенная каппа 0,58. Руднер 83,5 % и 79,0 %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65,1 %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точный итоговый грейд после пути по правилам продукта; в пределах ступени 98,6 %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app.validation.assessment --n 2000 --seed 7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ПОДБОР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 в списке можно разобрать</a:t>
            </a:r>
            <a:endParaRPr lang="en-US" sz="3000" dirty="0"/>
          </a:p>
        </p:txBody>
      </p:sp>
      <p:pic>
        <p:nvPicPr>
          <p:cNvPr id="6" name="Image 0" descr="Карточка подборки: вклад теста и результатов ФСП в баллах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6949440" cy="43434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26680" y="1600200"/>
            <a:ext cx="4023360" cy="434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P@10 0,632 против 0,559 у сортировки по резюме: доля подходящих в первой десятке.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0,240 против 0,011: насколько порядок совпадает с настоящей силой.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 0,652 против 0,620. Завышенный грейд 19,8 % против 28,1 %.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app.validation.matching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ОСЬ ФСП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Соревнования не поднимают грейд, статус не весит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0,707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31520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нижней границы оси со скрытой силой. Разряд — справка из реестра, не расчёт по месту.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79392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7992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0,127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507992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Спирмен числа участий: нижняя граница угадывает силу лучше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055864" y="1920240"/>
            <a:ext cx="3593592" cy="292608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84464" y="214884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0,01 → 0,54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284464" y="3063240"/>
            <a:ext cx="3154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нижняя граница фермы из 40 онлайн-участий и двух побед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6263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backend &amp;&amp; python -m app.validation.fsp_axis --seeds 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402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НАДЁЖНОСТЬ И ЗАКОН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Проверяется в CI и на стенде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87452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Данные.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Политики строк в PostgreSQL, обход всех маршрутов с чужим идентификатором: 0 ответов 2xx из 124 запросов (tests/smoke_api.py).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02920" y="320040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33756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152-ФЗ.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Отдельные согласия с версией текста. Регистрация с 15 лет, для 15–17 — согласие представителя по ссылке. В GigaChat — только обезличенный текст и только по флагу.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02920" y="4663440"/>
            <a:ext cx="11155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48006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Сборка. </a:t>
            </a:r>
            <a:pPr indent="0" marL="0">
              <a:buNone/>
            </a:pPr>
            <a:r>
              <a:rPr lang="en-US" sz="1700" dirty="0">
                <a:solidFill>
                  <a:srgbClr val="1B1C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690 юнит-тестов, покрытие приложения 66,1 %, сервисы 71 % и API 39 %, шесть сквозных сценариев в браузере. Демо-стенд сбрасывается каждую ночь.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C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02FFF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54864" cy="6858000"/>
          </a:xfrm>
          <a:prstGeom prst="rect">
            <a:avLst/>
          </a:prstGeom>
          <a:solidFill>
            <a:srgbClr val="EC1D35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C8C9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ДАЛЬШЕ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с Федерацией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182880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Проверьте сами: jury1…jury10, пароль demo12345.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Подключить ФСП ID и реестр протоколов по готовому контракту OIDC.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Откалибровать веса подбора на исходах приглашений и найма.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881360" y="6309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5E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ФСП Талант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subject>Десять слайдов для жюри ЛЦТ 2026</dc:subject>
  <dc:creator>Konkov Dmitrij</dc:creator>
  <cp:lastModifiedBy>Konkov Dmitrij</cp:lastModifiedBy>
  <cp:revision>1</cp:revision>
  <dcterms:created xsi:type="dcterms:W3CDTF">2026-10-08T16:55:46Z</dcterms:created>
  <dcterms:modified xsi:type="dcterms:W3CDTF">2026-10-08T16:55:46Z</dcterms:modified>
</cp:coreProperties>
</file>