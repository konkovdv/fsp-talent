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708 юнит-тестов, покрытие приложения 66,1 %.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  <a:p>
            <a:pPr marL="0" indent="0">
              <a:buNone/>
              <a:defRPr/>
            </a:pP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2026-10-09T00:58:04Z</dcterms:modified>
  <dc:subject>ЛЦТ 2026, трек Федерации спортивного программирования</dc:subject>
  <cp:category/>
  <cp:keywords/>
  <dc:description/>
</cp:coreProperties>
</file>