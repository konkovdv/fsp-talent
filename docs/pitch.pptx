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781 тест,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2026-10-09T15:39:32Z</dcterms:modified>
  <dc:subject>ЛЦТ 2026, трек Федерации спортивного программирования</dc:subject>
  <cp:category/>
  <cp:keywords/>
  <dc:description>pitch-html-sha256=754f553abca1d944f56a893e19eace5e54eb592737f55fcfd295dfd8672204e0</dc:description>
</cp:coreProperties>
</file>