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 зерна 2026: 0,653 против 0,565 у сортировки по резюме — доля подходящих в первой десятке.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 по трём зёрнам: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В первой десятке завышенный грейд 19,8 % против 28,1 %. Ярус в порядок не вошёл.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статус не весит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силой. Разряд — справка из реестра (ЕВСК, приказ № 299 от 09.04.2026), не расчёт по месту.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679 юнит-тестов, покрытие приложения 66,69 %, сервисы 71 % и API 41 %, четыре сквозных сценария в браузере. Демо-стенд сбрасывается каждую ночь.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сами: jury1…jury10, пароль demo12345.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2026-10-08T15:20:24Z</dcterms:created>
  <dcterms:modified xsi:type="dcterms:W3CDTF">2026-10-08T15:20:24Z</dcterms:modified>
</cp:coreProperties>
</file>