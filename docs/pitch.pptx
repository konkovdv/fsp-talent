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810 тестов, покрытие приложения 73,9 %.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2026-10-09T18:12:22Z</dcterms:modified>
  <dc:subject>ЛЦТ 2026, трек Федерации спортивного программирования</dc:subject>
  <cp:category/>
  <cp:keywords/>
  <dc:description>pitch-html-sha256=4a91b8ff285d63a557f46d7be2ef0e5b247506f65dc4e2b53b461b62b51b2546</dc:description>
</cp:coreProperties>
</file>