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самим: jury1…jury10, пароль demo12345.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Репозиторий: github.com/KonkovDV/fsp-talent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middle после 20 чужих сессий; честная сдача тех же людей 6,2 %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же решение повторного теста вдали от порога; корреляция θ 0,86, взвешенная каппа 0,58. Руднер 83,5 % и 79,0 %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первой десятке людей с завышенным грейдом: 19,8 % против 28,1 % у сортировки по резюме.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0,240 против 0,011: насколько порядок совпадает с настоящей силой.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0,652 против 0,620. Ярус в порядок не вошёл: он теряет это совпадение.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а уточняют порядок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0,707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нижней границы оси со скрытой силой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числа участий: нижняя граница угадывает силу лучше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 → 0,54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фермы из 40 онлайн-участий и двух побед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app.validation.fsp_axis --seeds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679 юнит-тестов, покрытие приложения 66,41 %, сервисы 71 % и API 40 %, четыре сквозных сценария в браузере.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стенд для команд-участников ФСП и работодателей-партнёров.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2026-10-08T15:29:12Z</dcterms:created>
  <dcterms:modified xsi:type="dcterms:W3CDTF">2026-10-08T15:29:12Z</dcterms:modified>
</cp:coreProperties>
</file>