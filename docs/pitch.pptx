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 0,632 против 0,559 у сортировки по резюме: доля подходящих в первой десятке.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Завышенный грейд 19,8 %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статус не весит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силой. Разряд — справка из реестра, не расчёт по месту.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юнит-тестов, покрытие приложения 65,9 %, сервисы 71 % и API 39 %, шесть сквозных сценариев в браузере. Демо-стенд сбрасывается каждую ночь.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сами: jury1…jury10, пароль demo12345.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2026-10-08T16:55:46Z</dcterms:created>
  <dcterms:modified xsi:type="dcterms:W3CDTF">2026-10-08T16:55:46Z</dcterms:modified>
</cp:coreProperties>
</file>