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ЛЦТ 2026 · ФЕДЕРАЦИЯ СПОРТИВНОГО ПРОГРАММИРОВАНИЯ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ФСП Талант: работодатель находит человека, а не наоборот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0175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DED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Подтверждённый тестом грейд, объяснимая подборка и контакты только после согласия кандидата.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 И ОТВЕТ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Резюме обещает, тест подтверждает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видит заявленный грейд и список технологий. Сортировка по резюме ставит в первую десятку 28 % людей с завышенным грейдом.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Грейд даёт только адаптивный тест специализации. Результаты ФСП — отдельная подтверждённая ось, без неё человек не теряет место.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описывает потребность, получает подборку с разбором каждого места и приглашает первым, сразу с вилкой.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 ЗА ТРИ МИНУТЫ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Опрос, пробный тест, категория</a:t>
            </a:r>
            <a:endParaRPr lang="en-US" sz="3000" dirty="0"/>
          </a:p>
        </p:txBody>
      </p:sp>
      <p:pic>
        <p:nvPicPr>
          <p:cNvPr id="6" name="Image 0" descr="/home/claude/fsp-talent/docs/assets/pitch-tr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Кандидат выбирает специализацию и грейд, стаж только подсказывает.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Пробный тест: 15 заданий за 5 минут и нейтральный итог с вероятностью уровня.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Аккаунты jury1…jury10 проходят полный тест без пауз.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 КОНТАКТА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Приглашение с вилкой, контакты после согласия</a:t>
            </a:r>
            <a:endParaRPr lang="en-US" sz="3000" dirty="0"/>
          </a:p>
        </p:txBody>
      </p:sp>
      <p:pic>
        <p:nvPicPr>
          <p:cNvPr id="6" name="Image 0" descr="/home/claude/fsp-talent/docs/assets/pitch-off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Карточки анонимны: имя и контакты открываются, только когда кандидат принял приглашение.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больше 50 приглашений в день от компании, срок ответа 14 дней.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отказа та же компания ждёт 30 дней. Кандидат может закрыть контакты для одной компании.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Выученный ответ не подходит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с ключом от другого экземпляра того же семейства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сдали бы с ключом фиксированного банка вопросов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18,2 → 13,2 %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ложные сдачи при утечке у 30 %: карантин ключей на тех же людях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И УСТОЙЧИВОСТЬ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о грейде держится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91,5 %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верных решений вдали от границы грейда, 2000 кандидатов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0,47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каппа Коэна повторной сдачи с новыми заданиями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6,4 · 70,5 · 99,2 %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тест на middle настоящие junior, middle и senior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ПОДБОР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в списке можно разобрать</a:t>
            </a:r>
            <a:endParaRPr lang="en-US" sz="3000" dirty="0"/>
          </a:p>
        </p:txBody>
      </p:sp>
      <p:pic>
        <p:nvPicPr>
          <p:cNvPr id="6" name="Image 0" descr="/home/claude/fsp-talent/docs/assets/pitch-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Внутри категории выше тот, у кого сильнее тест и ФСП: вклад виден в баллах.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порядка со скрытой силой: 0,240 против 0,011 у сортировки по резюме.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Завышенный грейд в первой десятке: 19,9 % против 28,1 %.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ОСЬ ФСП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Соревнования не поднимают грейд, а уточняют порядок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нижняя граница оси после 20 участий в нижней половине протокола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0,52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нижняя граница после двух побед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штрафа без истории ФСП: ось выпадает из оценки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pytest tests/unit/test_fsp_axis_example.py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НАДЁЖНОСТЬ И ЗАКОН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Проверяется в CI и на стенде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Политики строк в PostgreSQL, обход всех маршрутов с чужим идентификатором: 0 ответов 2xx из 124 запросов (tests/smoke_api.py).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152-ФЗ.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Отдельные согласия с версией текста. Регистрация с 15 лет, для 15–17 — согласие представителя по ссылке. В GigaChat — только обезличенный текст и только по флагу.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Сборка.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633 юнит-теста, проверка теста и подбора с порогами, сквозной сценарий в браузере на чистом стенде.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ДАЛЬШЕ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с Федерацией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Подключить ФСП ID и реестр протоколов по готовому контракту OIDC.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Откалибровать веса подбора на исходах приглашений и найма.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Открыть стенд для команд-участников ФСП и работодателей-партнёров.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subject>Десять слайдов для жюри ЛЦТ 2026</dc:subject>
  <dc:creator>ФСП Талант</dc:creator>
  <cp:lastModifiedBy>ФСП Талант</cp:lastModifiedBy>
  <cp:revision>1</cp:revision>
  <dcterms:created xsi:type="dcterms:W3CDTF">2026-10-07T15:43:45Z</dcterms:created>
  <dcterms:modified xsi:type="dcterms:W3CDTF">2026-10-07T15:43:45Z</dcterms:modified>
</cp:coreProperties>
</file>