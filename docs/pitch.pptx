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41"/>
  </p:notesMasterIdLst>
  <p:sldIdLst>
    <p:sldId id="262" r:id="rId10"/>
    <p:sldId id="263" r:id="rId11"/>
    <p:sldId id="264" r:id="rId12"/>
    <p:sldId id="265" r:id="rId13"/>
    <p:sldId id="266" r:id="rId14"/>
    <p:sldId id="267" r:id="rId9"/>
    <p:sldId id="268" r:id="rId8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9144000"/>
  <p:defaultTextStyle>
    <a:defPPr>
      <a:defRPr lang="ru-RU"/>
    </a:defPPr>
    <a:lvl1pPr marL="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</p:showPr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howGuides="1" snapToGrid="0">
      <p:cViewPr varScale="1">
        <p:scale>
          <a:sx n="91" d="100"/>
          <a:sy n="91" d="100"/>
        </p:scale>
        <p:origin x="200" y="632"/>
      </p:cViewPr>
      <p:guideLst>
        <p:guide pos="597"/>
        <p:guide pos="3591"/>
        <p:guide pos="5496"/>
        <p:guide pos="4112"/>
        <p:guide pos="393"/>
        <p:guide pos="2160" orient="horz"/>
      </p:guideLst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8" Type="http://schemas.openxmlformats.org/officeDocument/2006/relationships/slide" Target="slides/slide7.xml"/><Relationship Id="rId9" Type="http://schemas.openxmlformats.org/officeDocument/2006/relationships/slide" Target="slides/slide6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tableStyles" Target="tableStyles.xml"/><Relationship Id="rId44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699290" name="Верхний колонтитул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735569455" name="Дата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9DA401BA-3150-4FF7-8D13-C8A64268AC63}" type="datetimeFigureOut">
              <a:rPr lang="ru-RU"/>
              <a:t>02.10.2026</a:t>
            </a:fld>
            <a:endParaRPr lang="ru-RU"/>
          </a:p>
        </p:txBody>
      </p:sp>
      <p:sp>
        <p:nvSpPr>
          <p:cNvPr id="1019053895" name="Образ слайда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ru-RU"/>
          </a:p>
        </p:txBody>
      </p:sp>
      <p:sp>
        <p:nvSpPr>
          <p:cNvPr id="87910314" name="Заметки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309615501" name="Нижний колонтитул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7884862" name="Номер слайда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3D5F3B14-7AC8-406F-A299-37D374056E4F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Публичный стенд https://89-124-65-102.sslip.io. Аккаунты jury1…jury10, пароль demo12345. Инструкция запуска — docs/INSTALL.md. Стенд каждую ночь возвращается в исходное состояние.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P@10 0,631 против 0,559 у сортировки по резюме. Спирмен внутри категории 0,237 против 0,011. nDCG@10 0,650 против 0,620.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0 % — ключ от другого экземпляра того же семейства. 91,5 % — верные решения вдали от границы грейда, 2000 кандидатов. 0,0 % — сдача middle после 20 чужих сессий.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 принятия имени и контактов нет ни в карточке, ни в ответе API. Вилка обязательна и подписана «до вычета НДФЛ».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Пробный тест: 15 заданий за 5 минут, итог с вероятностью, грейд не ставится. Ключ чужого экземпляра сдаёт 0 %.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Работодатель приглашает первым. Грейд даёт только тест. ФСП — отдельная ось. Контакты после согласия.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Название задачи уже на слайде. Название команды владелец впишет, если оно отличается от названия решения.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074B4B-39AB-047E-79EB-88938F14CF3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Суть и уникальность говорим своими словами. Блок «О команде» владелец заполняет перед сдачей.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231E09D-B2C4-9940-0FE0-3B440CEBB76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128023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96905485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Пять карточек без имён: роли на месте, имена и контакты присылает владелец.</a:t>
            </a:r>
          </a:p>
        </p:txBody>
      </p:sp>
      <p:sp>
        <p:nvSpPr>
          <p:cNvPr id="31639087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9</a:t>
            </a:fld>
            <a:endParaRPr lang="ru-RU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5791495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30313303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Историю команды заполняет владелец. Почему эта задача и какие были сложности — уже вписаны.</a:t>
            </a:r>
          </a:p>
        </p:txBody>
      </p:sp>
      <p:sp>
        <p:nvSpPr>
          <p:cNvPr id="1644486365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10</a:t>
            </a:fld>
            <a:endParaRPr lang="ru-RU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Техническая суть слева, пилот с Федерацией справа. На защите этот слайд — последние секунды.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3584F63-B638-7EF1-E9BE-D1C0CD4B492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Дальше — приложение для ответов на вопросы, его на защите не показываем.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84 % — то же решение повторного теста вдали от порога. 65,1 % — точный грейд после пути по правилам продукта, в пределах ступени 98,6 %.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Спирмен нижней границы 0,707. Разряд — справка реестра. Ферма из 40 участий ниже двух побед.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Чужие идентификаторы: 124 запроса, 0 ответов 2xx. 820 тестов, покрытие приложения 74,1 %.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Подключить ФСП ID и реестр по готовому контракту. Калибровка весов — на исходах приглашений.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Титульный слайд">
    <p:bg>
      <p:bgPr shadeToTitle="0">
        <a:blipFill rotWithShape="1">
          <a:blip r:embed="rId2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7460415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Иконка задачи</a:t>
            </a:r>
            <a:endParaRPr/>
          </a:p>
        </p:txBody>
      </p:sp>
      <p:sp>
        <p:nvSpPr>
          <p:cNvPr id="1804664269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0" y="4323440"/>
            <a:ext cx="8930641" cy="827011"/>
          </a:xfrm>
          <a:prstGeom prst="rect">
            <a:avLst/>
          </a:prstGeo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НАЗВАНИЕ КОМАНДЫ</a:t>
            </a:r>
            <a:endParaRPr/>
          </a:p>
        </p:txBody>
      </p:sp>
      <p:sp>
        <p:nvSpPr>
          <p:cNvPr id="1937953139" name="Рисунок 41"/>
          <p:cNvSpPr>
            <a:spLocks noGrp="1"/>
          </p:cNvSpPr>
          <p:nvPr>
            <p:ph type="pic" sz="quarter" idx="11" hasCustomPrompt="1"/>
          </p:nvPr>
        </p:nvSpPr>
        <p:spPr bwMode="auto"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Логотип/логотипы постановщика задачи</a:t>
            </a:r>
            <a:endParaRPr/>
          </a:p>
        </p:txBody>
      </p:sp>
      <p:sp>
        <p:nvSpPr>
          <p:cNvPr id="222729575" name="Текст 4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0" y="5149851"/>
            <a:ext cx="8930641" cy="757174"/>
          </a:xfrm>
          <a:prstGeom prst="rect">
            <a:avLst/>
          </a:prstGeo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pPr>
              <a:defRPr/>
            </a:pPr>
            <a:r>
              <a:rPr lang="ru-RU" sz="1600" b="0"/>
              <a:t>Номер и название задачи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Описание команд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681669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Фото команды</a:t>
            </a:r>
            <a:endParaRPr/>
          </a:p>
        </p:txBody>
      </p:sp>
      <p:sp>
        <p:nvSpPr>
          <p:cNvPr id="245764098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Команд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239598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67EB9651-F031-4963-AFE9-33BCC0E88757}" type="datetime1">
              <a:rPr lang="ru-RU"/>
              <a:t>05.10.2026</a:t>
            </a:fld>
            <a:endParaRPr lang="ru-RU"/>
          </a:p>
        </p:txBody>
      </p:sp>
      <p:sp>
        <p:nvSpPr>
          <p:cNvPr id="79546961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099898758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4</a:t>
            </a:fld>
            <a:endParaRPr lang="ru-RU"/>
          </a:p>
        </p:txBody>
      </p:sp>
      <p:sp>
        <p:nvSpPr>
          <p:cNvPr id="1535999287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  <p:sp>
        <p:nvSpPr>
          <p:cNvPr id="925020604" name="Текст 35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827158692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2034051461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410716414" name="Текст 35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321616532" name="Текст 35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устой с заголовком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6507836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1021F813-DBA1-42EC-A748-A9CC16659E6B}" type="datetime1">
              <a:rPr lang="ru-RU"/>
              <a:t>05.10.2026</a:t>
            </a:fld>
            <a:endParaRPr lang="ru-RU"/>
          </a:p>
        </p:txBody>
      </p:sp>
      <p:sp>
        <p:nvSpPr>
          <p:cNvPr id="86943581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55011702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6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5278501" name="Текст 2"/>
          <p:cNvSpPr>
            <a:spLocks noGrp="1"/>
          </p:cNvSpPr>
          <p:nvPr>
            <p:ph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10928511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7DE2642A-6018-4CC1-81AB-5FD8D2782D4F}" type="datetime1">
              <a:rPr lang="ru-RU"/>
              <a:t>05.10.2026</a:t>
            </a:fld>
            <a:endParaRPr lang="ru-RU"/>
          </a:p>
        </p:txBody>
      </p:sp>
      <p:sp>
        <p:nvSpPr>
          <p:cNvPr id="2056183300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58022073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726577981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3135156" name="Объект 2"/>
          <p:cNvSpPr>
            <a:spLocks noGrp="1"/>
          </p:cNvSpPr>
          <p:nvPr>
            <p:ph sz="half" idx="1"/>
          </p:nvPr>
        </p:nvSpPr>
        <p:spPr bwMode="auto">
          <a:xfrm>
            <a:off x="315387" y="1016001"/>
            <a:ext cx="5704418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92282431" name="Объект 3"/>
          <p:cNvSpPr>
            <a:spLocks noGrp="1"/>
          </p:cNvSpPr>
          <p:nvPr>
            <p:ph sz="half" idx="2"/>
          </p:nvPr>
        </p:nvSpPr>
        <p:spPr bwMode="auto">
          <a:xfrm>
            <a:off x="6172206" y="1016001"/>
            <a:ext cx="5670472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69448781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3014BBE-C503-4380-A869-5EE8294FE947}" type="datetime1">
              <a:rPr lang="ru-RU"/>
              <a:t>05.10.2026</a:t>
            </a:fld>
            <a:endParaRPr lang="ru-RU"/>
          </a:p>
        </p:txBody>
      </p:sp>
      <p:sp>
        <p:nvSpPr>
          <p:cNvPr id="52732886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63381782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2101378566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8208333" name="Текст 2"/>
          <p:cNvSpPr>
            <a:spLocks noGrp="1"/>
          </p:cNvSpPr>
          <p:nvPr>
            <p:ph type="body" idx="1"/>
          </p:nvPr>
        </p:nvSpPr>
        <p:spPr bwMode="auto"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88063005" name="Объект 3"/>
          <p:cNvSpPr>
            <a:spLocks noGrp="1"/>
          </p:cNvSpPr>
          <p:nvPr>
            <p:ph sz="half" idx="2"/>
          </p:nvPr>
        </p:nvSpPr>
        <p:spPr bwMode="auto">
          <a:xfrm>
            <a:off x="349334" y="1598615"/>
            <a:ext cx="5648250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121433126" name="Текст 4"/>
          <p:cNvSpPr>
            <a:spLocks noGrp="1"/>
          </p:cNvSpPr>
          <p:nvPr>
            <p:ph type="body" sz="quarter" idx="3"/>
          </p:nvPr>
        </p:nvSpPr>
        <p:spPr bwMode="auto"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63075779" name="Объект 5"/>
          <p:cNvSpPr>
            <a:spLocks noGrp="1"/>
          </p:cNvSpPr>
          <p:nvPr>
            <p:ph sz="quarter" idx="4"/>
          </p:nvPr>
        </p:nvSpPr>
        <p:spPr bwMode="auto">
          <a:xfrm>
            <a:off x="6172202" y="1598615"/>
            <a:ext cx="5670472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322700631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D568497-304A-497F-ADAE-97D3CF462C1C}" type="datetime1">
              <a:rPr lang="ru-RU"/>
              <a:t>05.10.2026</a:t>
            </a:fld>
            <a:endParaRPr lang="ru-RU"/>
          </a:p>
        </p:txBody>
      </p:sp>
      <p:sp>
        <p:nvSpPr>
          <p:cNvPr id="1323665955" name="Нижний колонтитул 4"/>
          <p:cNvSpPr>
            <a:spLocks noGrp="1"/>
          </p:cNvSpPr>
          <p:nvPr>
            <p:ph type="ftr" sz="quarter" idx="11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70471725" name="Номер слайда 5"/>
          <p:cNvSpPr>
            <a:spLocks noGrp="1"/>
          </p:cNvSpPr>
          <p:nvPr>
            <p:ph type="sldNum" sz="quarter" idx="12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542301384" name="Заголовок 1"/>
          <p:cNvSpPr>
            <a:spLocks noGrp="1"/>
          </p:cNvSpPr>
          <p:nvPr>
            <p:ph type="title"/>
          </p:nvPr>
        </p:nvSpPr>
        <p:spPr bwMode="auto"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3336759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2CB240C-04A3-49D4-83F9-87A9C6C414DC}" type="datetime1">
              <a:rPr lang="ru-RU"/>
              <a:t>05.10.2026</a:t>
            </a:fld>
            <a:endParaRPr lang="ru-RU"/>
          </a:p>
        </p:txBody>
      </p:sp>
      <p:sp>
        <p:nvSpPr>
          <p:cNvPr id="163778893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3638355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9161325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31302632" name="Объект 2"/>
          <p:cNvSpPr>
            <a:spLocks noGrp="1"/>
          </p:cNvSpPr>
          <p:nvPr>
            <p:ph idx="1"/>
          </p:nvPr>
        </p:nvSpPr>
        <p:spPr bwMode="auto"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50"/>
            </a:lvl1pPr>
            <a:lvl2pPr>
              <a:defRPr sz="1500"/>
            </a:lvl2pPr>
            <a:lvl3pPr>
              <a:defRPr sz="1250"/>
            </a:lvl3pPr>
            <a:lvl4pPr>
              <a:defRPr sz="1150"/>
            </a:lvl4pPr>
            <a:lvl5pPr>
              <a:defRPr sz="1150"/>
            </a:lvl5pPr>
            <a:lvl6pPr>
              <a:defRPr sz="1250"/>
            </a:lvl6pPr>
            <a:lvl7pPr>
              <a:defRPr sz="1250"/>
            </a:lvl7pPr>
            <a:lvl8pPr>
              <a:defRPr sz="1250"/>
            </a:lvl8pPr>
            <a:lvl9pPr>
              <a:defRPr sz="125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63103486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900"/>
            </a:lvl2pPr>
            <a:lvl3pPr marL="578755" indent="0">
              <a:buNone/>
              <a:defRPr sz="750"/>
            </a:lvl3pPr>
            <a:lvl4pPr marL="868132" indent="0">
              <a:buNone/>
              <a:defRPr sz="650"/>
            </a:lvl4pPr>
            <a:lvl5pPr marL="1157510" indent="0">
              <a:buNone/>
              <a:defRPr sz="650"/>
            </a:lvl5pPr>
            <a:lvl6pPr marL="1446887" indent="0">
              <a:buNone/>
              <a:defRPr sz="650"/>
            </a:lvl6pPr>
            <a:lvl7pPr marL="1736266" indent="0">
              <a:buNone/>
              <a:defRPr sz="650"/>
            </a:lvl7pPr>
            <a:lvl8pPr marL="2025644" indent="0">
              <a:buNone/>
              <a:defRPr sz="650"/>
            </a:lvl8pPr>
            <a:lvl9pPr marL="2315021" indent="0">
              <a:buNone/>
              <a:defRPr sz="65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86767762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E74468B-3512-454B-AB51-7AE95604D39E}" type="datetime1">
              <a:rPr lang="ru-RU"/>
              <a:t>05.10.2026</a:t>
            </a:fld>
            <a:endParaRPr lang="ru-RU"/>
          </a:p>
        </p:txBody>
      </p:sp>
      <p:sp>
        <p:nvSpPr>
          <p:cNvPr id="202526070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0222963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7242066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BAB2196-A440-4E25-B9FF-D0ADB01B1A15}" type="datetime1">
              <a:rPr lang="ru-RU"/>
              <a:t>05.10.2026</a:t>
            </a:fld>
            <a:endParaRPr lang="ru-RU"/>
          </a:p>
        </p:txBody>
      </p:sp>
      <p:sp>
        <p:nvSpPr>
          <p:cNvPr id="37286342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412033310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583621774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1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одержание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654367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7BAE699-64F9-49EF-B784-2DEF2B221955}" type="datetime1">
              <a:rPr lang="ru-RU"/>
              <a:t>05.10.2026</a:t>
            </a:fld>
            <a:endParaRPr lang="ru-RU"/>
          </a:p>
        </p:txBody>
      </p:sp>
      <p:sp>
        <p:nvSpPr>
          <p:cNvPr id="151906129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42204815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867907182" name="Текст 6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922267748" name="Текст 9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114115814" name="Текст 6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702872458" name="Текст 9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882112151" name="Текст 6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792496394" name="Текст 9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357097779" name="Текст 6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464183237" name="Текст 9"/>
          <p:cNvSpPr>
            <a:spLocks noGrp="1"/>
          </p:cNvSpPr>
          <p:nvPr>
            <p:ph type="body" sz="quarter" idx="44" hasCustomPrompt="1"/>
          </p:nvPr>
        </p:nvSpPr>
        <p:spPr bwMode="auto"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701292942" name="Текст 6"/>
          <p:cNvSpPr>
            <a:spLocks noGrp="1"/>
          </p:cNvSpPr>
          <p:nvPr>
            <p:ph type="body" sz="quarter" idx="45" hasCustomPrompt="1"/>
          </p:nvPr>
        </p:nvSpPr>
        <p:spPr bwMode="auto"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604921295" name="Текст 9"/>
          <p:cNvSpPr>
            <a:spLocks noGrp="1"/>
          </p:cNvSpPr>
          <p:nvPr>
            <p:ph type="body" sz="quarter" idx="46" hasCustomPrompt="1"/>
          </p:nvPr>
        </p:nvSpPr>
        <p:spPr bwMode="auto"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943724108" name="Текст 6"/>
          <p:cNvSpPr>
            <a:spLocks noGrp="1"/>
          </p:cNvSpPr>
          <p:nvPr>
            <p:ph type="body" sz="quarter" idx="47" hasCustomPrompt="1"/>
          </p:nvPr>
        </p:nvSpPr>
        <p:spPr bwMode="auto"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531476919" name="Текст 9"/>
          <p:cNvSpPr>
            <a:spLocks noGrp="1"/>
          </p:cNvSpPr>
          <p:nvPr>
            <p:ph type="body" sz="quarter" idx="48" hasCustomPrompt="1"/>
          </p:nvPr>
        </p:nvSpPr>
        <p:spPr bwMode="auto"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709613132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521685722" name="Текст 6"/>
          <p:cNvSpPr>
            <a:spLocks noGrp="1"/>
          </p:cNvSpPr>
          <p:nvPr>
            <p:ph type="body" sz="quarter" idx="49" hasCustomPrompt="1"/>
          </p:nvPr>
        </p:nvSpPr>
        <p:spPr bwMode="auto">
          <a:xfrm>
            <a:off x="778492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01</a:t>
            </a:r>
            <a:endParaRPr/>
          </a:p>
        </p:txBody>
      </p:sp>
      <p:sp>
        <p:nvSpPr>
          <p:cNvPr id="2074772061" name="Текст 6"/>
          <p:cNvSpPr>
            <a:spLocks noGrp="1"/>
          </p:cNvSpPr>
          <p:nvPr>
            <p:ph type="body" sz="quarter" idx="50" hasCustomPrompt="1"/>
          </p:nvPr>
        </p:nvSpPr>
        <p:spPr bwMode="auto"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02</a:t>
            </a:r>
            <a:endParaRPr/>
          </a:p>
        </p:txBody>
      </p:sp>
      <p:sp>
        <p:nvSpPr>
          <p:cNvPr id="1027152132" name="Текст 6"/>
          <p:cNvSpPr>
            <a:spLocks noGrp="1"/>
          </p:cNvSpPr>
          <p:nvPr>
            <p:ph type="body" sz="quarter" idx="51" hasCustomPrompt="1"/>
          </p:nvPr>
        </p:nvSpPr>
        <p:spPr bwMode="auto"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03</a:t>
            </a:r>
            <a:endParaRPr/>
          </a:p>
        </p:txBody>
      </p:sp>
      <p:sp>
        <p:nvSpPr>
          <p:cNvPr id="263743197" name="Текст 6"/>
          <p:cNvSpPr>
            <a:spLocks noGrp="1"/>
          </p:cNvSpPr>
          <p:nvPr>
            <p:ph type="body" sz="quarter" idx="52" hasCustomPrompt="1"/>
          </p:nvPr>
        </p:nvSpPr>
        <p:spPr bwMode="auto"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04</a:t>
            </a:r>
            <a:endParaRPr/>
          </a:p>
        </p:txBody>
      </p:sp>
      <p:sp>
        <p:nvSpPr>
          <p:cNvPr id="1116537544" name="Текст 6"/>
          <p:cNvSpPr>
            <a:spLocks noGrp="1"/>
          </p:cNvSpPr>
          <p:nvPr>
            <p:ph type="body" sz="quarter" idx="53" hasCustomPrompt="1"/>
          </p:nvPr>
        </p:nvSpPr>
        <p:spPr bwMode="auto"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05</a:t>
            </a:r>
            <a:endParaRPr/>
          </a:p>
        </p:txBody>
      </p:sp>
      <p:sp>
        <p:nvSpPr>
          <p:cNvPr id="1498846460" name="Текст 6"/>
          <p:cNvSpPr>
            <a:spLocks noGrp="1"/>
          </p:cNvSpPr>
          <p:nvPr>
            <p:ph type="body" sz="quarter" idx="54" hasCustomPrompt="1"/>
          </p:nvPr>
        </p:nvSpPr>
        <p:spPr bwMode="auto"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06</a:t>
            </a:r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Фотограф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298771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AFA80CC-940E-479C-90C0-76DA923785E9}" type="datetime1">
              <a:rPr lang="ru-RU"/>
              <a:t>05.10.2026</a:t>
            </a:fld>
            <a:endParaRPr lang="ru-RU"/>
          </a:p>
        </p:txBody>
      </p:sp>
      <p:sp>
        <p:nvSpPr>
          <p:cNvPr id="1923957983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05950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080736178" name="Заголовок 1"/>
          <p:cNvSpPr>
            <a:spLocks noGrp="1"/>
          </p:cNvSpPr>
          <p:nvPr>
            <p:ph type="title"/>
          </p:nvPr>
        </p:nvSpPr>
        <p:spPr bwMode="auto"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602629280" name="Рисунок 7"/>
          <p:cNvSpPr>
            <a:spLocks noGrp="1"/>
          </p:cNvSpPr>
          <p:nvPr>
            <p:ph type="pic" sz="quarter" idx="10"/>
          </p:nvPr>
        </p:nvSpPr>
        <p:spPr bwMode="auto">
          <a:xfrm>
            <a:off x="7440147" y="1016001"/>
            <a:ext cx="4405777" cy="3078479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63090613" name="Рисунок 9"/>
          <p:cNvSpPr>
            <a:spLocks noGrp="1"/>
          </p:cNvSpPr>
          <p:nvPr>
            <p:ph type="pic" sz="quarter" idx="11"/>
          </p:nvPr>
        </p:nvSpPr>
        <p:spPr bwMode="auto">
          <a:xfrm>
            <a:off x="7440149" y="4389108"/>
            <a:ext cx="4405775" cy="1811668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178796208" name="Рисунок 11"/>
          <p:cNvSpPr>
            <a:spLocks noGrp="1"/>
          </p:cNvSpPr>
          <p:nvPr>
            <p:ph type="pic" sz="quarter" idx="12"/>
          </p:nvPr>
        </p:nvSpPr>
        <p:spPr bwMode="auto">
          <a:xfrm>
            <a:off x="346075" y="3223948"/>
            <a:ext cx="6806142" cy="2976827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86126613" name="Текст 15"/>
          <p:cNvSpPr>
            <a:spLocks noGrp="1"/>
          </p:cNvSpPr>
          <p:nvPr>
            <p:ph type="body" sz="quarter" idx="14"/>
          </p:nvPr>
        </p:nvSpPr>
        <p:spPr bwMode="auto"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ункт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388142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82A4DA7B-A7D8-4443-AD1C-4C7CDC678488}" type="datetime1">
              <a:rPr lang="ru-RU"/>
              <a:t>05.10.2026</a:t>
            </a:fld>
            <a:endParaRPr lang="ru-RU"/>
          </a:p>
        </p:txBody>
      </p:sp>
      <p:sp>
        <p:nvSpPr>
          <p:cNvPr id="143561948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833454193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662825912" name="Текст 101"/>
          <p:cNvSpPr>
            <a:spLocks noGrp="1"/>
          </p:cNvSpPr>
          <p:nvPr>
            <p:ph type="body" sz="quarter" idx="14" hasCustomPrompt="1"/>
          </p:nvPr>
        </p:nvSpPr>
        <p:spPr bwMode="auto"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/>
            </a:lvl1pPr>
          </a:lstStyle>
          <a:p>
            <a:pPr lvl="0">
              <a:defRPr/>
            </a:pPr>
            <a:r>
              <a:rPr lang="ru-RU"/>
              <a:t>Текст</a:t>
            </a:r>
            <a:endParaRPr/>
          </a:p>
        </p:txBody>
      </p:sp>
      <p:sp>
        <p:nvSpPr>
          <p:cNvPr id="1756439191" name="Текст 74"/>
          <p:cNvSpPr>
            <a:spLocks noGrp="1"/>
          </p:cNvSpPr>
          <p:nvPr>
            <p:ph type="body" sz="quarter" idx="15"/>
          </p:nvPr>
        </p:nvSpPr>
        <p:spPr bwMode="auto">
          <a:xfrm>
            <a:off x="6662923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1679997" name="Текст 74"/>
          <p:cNvSpPr>
            <a:spLocks noGrp="1"/>
          </p:cNvSpPr>
          <p:nvPr>
            <p:ph type="body" sz="quarter" idx="16"/>
          </p:nvPr>
        </p:nvSpPr>
        <p:spPr bwMode="auto">
          <a:xfrm>
            <a:off x="6662923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3979246" name="Текст 74"/>
          <p:cNvSpPr>
            <a:spLocks noGrp="1"/>
          </p:cNvSpPr>
          <p:nvPr>
            <p:ph type="body" sz="quarter" idx="17"/>
          </p:nvPr>
        </p:nvSpPr>
        <p:spPr bwMode="auto">
          <a:xfrm>
            <a:off x="6662923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39999065" name="Текст 74"/>
          <p:cNvSpPr>
            <a:spLocks noGrp="1"/>
          </p:cNvSpPr>
          <p:nvPr>
            <p:ph type="body" sz="quarter" idx="18"/>
          </p:nvPr>
        </p:nvSpPr>
        <p:spPr bwMode="auto">
          <a:xfrm>
            <a:off x="6662923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87849421" name="Текст 74"/>
          <p:cNvSpPr>
            <a:spLocks noGrp="1"/>
          </p:cNvSpPr>
          <p:nvPr>
            <p:ph type="body" sz="quarter" idx="19"/>
          </p:nvPr>
        </p:nvSpPr>
        <p:spPr bwMode="auto">
          <a:xfrm>
            <a:off x="6662923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0132091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4E505DF-C567-47F2-9374-60838F800101}" type="datetime1">
              <a:rPr lang="ru-RU"/>
              <a:t>05.10.2026</a:t>
            </a:fld>
            <a:endParaRPr lang="ru-RU"/>
          </a:p>
        </p:txBody>
      </p:sp>
      <p:sp>
        <p:nvSpPr>
          <p:cNvPr id="13351108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9728941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705305823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877195215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26867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49249637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25039807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807582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42499985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46602923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4584029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79576996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3245690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2938A0C3-5C2F-47B8-B008-79A49A1195BA}" type="datetime1">
              <a:rPr lang="ru-RU"/>
              <a:t>05.10.2026</a:t>
            </a:fld>
            <a:endParaRPr lang="ru-RU"/>
          </a:p>
        </p:txBody>
      </p:sp>
      <p:sp>
        <p:nvSpPr>
          <p:cNvPr id="19468041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8551610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2072640671" name="Заголовок 1"/>
          <p:cNvSpPr>
            <a:spLocks noGrp="1"/>
          </p:cNvSpPr>
          <p:nvPr>
            <p:ph type="title"/>
          </p:nvPr>
        </p:nvSpPr>
        <p:spPr bwMode="auto"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90472635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01003751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95900691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841412244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14585252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879511559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46541308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5361461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2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216518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BF4F29EB-DFD0-428E-8E89-ED117A3553E3}" type="datetime1">
              <a:rPr lang="ru-RU"/>
              <a:t>05.10.2026</a:t>
            </a:fld>
            <a:endParaRPr lang="ru-RU"/>
          </a:p>
        </p:txBody>
      </p:sp>
      <p:sp>
        <p:nvSpPr>
          <p:cNvPr id="212849856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65354169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03871587" name="Заголовок 1"/>
          <p:cNvSpPr>
            <a:spLocks noGrp="1"/>
          </p:cNvSpPr>
          <p:nvPr>
            <p:ph type="title"/>
          </p:nvPr>
        </p:nvSpPr>
        <p:spPr bwMode="auto"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94779978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2474055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164757383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43070446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85448333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7880738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80305778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8890545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тад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431588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52F0272-0FEA-44CE-966E-3D169B2F53D4}" type="datetime1">
              <a:rPr lang="ru-RU"/>
              <a:t>05.10.2026</a:t>
            </a:fld>
            <a:endParaRPr lang="ru-RU"/>
          </a:p>
        </p:txBody>
      </p:sp>
      <p:sp>
        <p:nvSpPr>
          <p:cNvPr id="1062604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07008745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115938464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4278939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20855630" name="Текст 35"/>
          <p:cNvSpPr>
            <a:spLocks noGrp="1"/>
          </p:cNvSpPr>
          <p:nvPr>
            <p:ph type="body" sz="quarter" idx="28"/>
          </p:nvPr>
        </p:nvSpPr>
        <p:spPr bwMode="auto"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93569355" name="Текст 35"/>
          <p:cNvSpPr>
            <a:spLocks noGrp="1"/>
          </p:cNvSpPr>
          <p:nvPr>
            <p:ph type="body" sz="quarter" idx="29"/>
          </p:nvPr>
        </p:nvSpPr>
        <p:spPr bwMode="auto"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63366629" name="Текст 35"/>
          <p:cNvSpPr>
            <a:spLocks noGrp="1"/>
          </p:cNvSpPr>
          <p:nvPr>
            <p:ph type="body" sz="quarter" idx="30"/>
          </p:nvPr>
        </p:nvSpPr>
        <p:spPr bwMode="auto"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530496" name="Текст 35"/>
          <p:cNvSpPr>
            <a:spLocks noGrp="1"/>
          </p:cNvSpPr>
          <p:nvPr>
            <p:ph type="body" sz="quarter" idx="31"/>
          </p:nvPr>
        </p:nvSpPr>
        <p:spPr bwMode="auto"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48981309" name="Текст 35"/>
          <p:cNvSpPr>
            <a:spLocks noGrp="1"/>
          </p:cNvSpPr>
          <p:nvPr>
            <p:ph type="body" sz="quarter" idx="32"/>
          </p:nvPr>
        </p:nvSpPr>
        <p:spPr bwMode="auto"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41664286" name="Текст 35"/>
          <p:cNvSpPr>
            <a:spLocks noGrp="1"/>
          </p:cNvSpPr>
          <p:nvPr>
            <p:ph type="body" sz="quarter" idx="33"/>
          </p:nvPr>
        </p:nvSpPr>
        <p:spPr bwMode="auto"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98379602" name="Текст 35"/>
          <p:cNvSpPr>
            <a:spLocks noGrp="1"/>
          </p:cNvSpPr>
          <p:nvPr>
            <p:ph type="body" sz="quarter" idx="34"/>
          </p:nvPr>
        </p:nvSpPr>
        <p:spPr bwMode="auto"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46102152" name="Текст 35"/>
          <p:cNvSpPr>
            <a:spLocks noGrp="1"/>
          </p:cNvSpPr>
          <p:nvPr>
            <p:ph type="body" sz="quarter" idx="35"/>
          </p:nvPr>
        </p:nvSpPr>
        <p:spPr bwMode="auto"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61475389" name="Заголовок 1"/>
          <p:cNvSpPr>
            <a:spLocks noGrp="1"/>
          </p:cNvSpPr>
          <p:nvPr>
            <p:ph type="title"/>
          </p:nvPr>
        </p:nvSpPr>
        <p:spPr bwMode="auto"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роблема и реш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312589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62B0DBE-B5A9-470E-85A9-7CC062D5339A}" type="datetime1">
              <a:rPr lang="ru-RU"/>
              <a:t>05.10.2026</a:t>
            </a:fld>
            <a:endParaRPr lang="ru-RU"/>
          </a:p>
        </p:txBody>
      </p:sp>
      <p:sp>
        <p:nvSpPr>
          <p:cNvPr id="168949620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36976971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354684492" name="Заголовок 1"/>
          <p:cNvSpPr>
            <a:spLocks noGrp="1"/>
          </p:cNvSpPr>
          <p:nvPr>
            <p:ph type="title"/>
          </p:nvPr>
        </p:nvSpPr>
        <p:spPr bwMode="auto"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537050408" name="Текст 35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Описание проблемы </a:t>
            </a:r>
            <a:endParaRPr/>
          </a:p>
        </p:txBody>
      </p:sp>
      <p:sp>
        <p:nvSpPr>
          <p:cNvPr id="20831291" name="Текст 35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Примеры уже имеющихся способов решения данной проблемы</a:t>
            </a:r>
            <a:endParaRPr/>
          </a:p>
        </p:txBody>
      </p:sp>
      <p:sp>
        <p:nvSpPr>
          <p:cNvPr id="1042725103" name="Текст 35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Ваше предложение решения данной проблемы</a:t>
            </a:r>
            <a:endParaRPr/>
          </a:p>
        </p:txBody>
      </p:sp>
      <p:sp>
        <p:nvSpPr>
          <p:cNvPr id="212413278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Проблема</a:t>
            </a:r>
            <a:endParaRPr/>
          </a:p>
        </p:txBody>
      </p:sp>
      <p:sp>
        <p:nvSpPr>
          <p:cNvPr id="2076895940" name="Текст 35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Альтернативные решения</a:t>
            </a:r>
            <a:endParaRPr/>
          </a:p>
        </p:txBody>
      </p:sp>
      <p:sp>
        <p:nvSpPr>
          <p:cNvPr id="1824751634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Решение</a:t>
            </a:r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6479762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4162940" y="1264478"/>
            <a:ext cx="3866121" cy="2436377"/>
          </a:xfrm>
        </p:spPr>
      </p:sp>
      <p:sp>
        <p:nvSpPr>
          <p:cNvPr id="71742865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D396B86-640F-4AD1-BBB2-E085B6CD8771}" type="datetime1">
              <a:rPr lang="ru-RU"/>
              <a:t>05.10.2026</a:t>
            </a:fld>
            <a:endParaRPr lang="ru-RU"/>
          </a:p>
        </p:txBody>
      </p:sp>
      <p:sp>
        <p:nvSpPr>
          <p:cNvPr id="118110315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3163083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875470756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243441176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346075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05010163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4240502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215915603" name="Текст 7"/>
          <p:cNvSpPr>
            <a:spLocks noGrp="1"/>
          </p:cNvSpPr>
          <p:nvPr>
            <p:ph type="body" sz="quarter" idx="17"/>
          </p:nvPr>
        </p:nvSpPr>
        <p:spPr bwMode="auto">
          <a:xfrm>
            <a:off x="8230203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604206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3AF0E63-1EB1-47F5-B09E-CA3E5DE528F3}" type="datetime1">
              <a:rPr lang="ru-RU"/>
              <a:t>05.10.2026</a:t>
            </a:fld>
            <a:endParaRPr lang="ru-RU"/>
          </a:p>
        </p:txBody>
      </p:sp>
      <p:sp>
        <p:nvSpPr>
          <p:cNvPr id="122758356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55462670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510891859" name="Заголовок 1"/>
          <p:cNvSpPr>
            <a:spLocks noGrp="1"/>
          </p:cNvSpPr>
          <p:nvPr>
            <p:ph type="title"/>
          </p:nvPr>
        </p:nvSpPr>
        <p:spPr bwMode="auto"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767031928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1210643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29539246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6857950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975278949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210642" y="1577998"/>
            <a:ext cx="4121688" cy="2283975"/>
          </a:xfrm>
        </p:spPr>
      </p:sp>
      <p:sp>
        <p:nvSpPr>
          <p:cNvPr id="427463960" name="Picture Placeholder 1"/>
          <p:cNvSpPr>
            <a:spLocks noGrp="1"/>
          </p:cNvSpPr>
          <p:nvPr>
            <p:ph type="pic" sz="quarter" idx="18"/>
          </p:nvPr>
        </p:nvSpPr>
        <p:spPr bwMode="auto">
          <a:xfrm>
            <a:off x="6855540" y="1577998"/>
            <a:ext cx="4121688" cy="2283975"/>
          </a:xfrm>
        </p:spPr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2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6216125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278636159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356349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68791019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61198320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8040020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90125016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8040020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48526428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356349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87158458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15837805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8040020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35238497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8040020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cxnSp>
        <p:nvCxnSpPr>
          <p:cNvPr id="342752159" name="Google Shape;2799;p94"/>
          <p:cNvCxnSpPr/>
          <p:nvPr userDrawn="1"/>
        </p:nvCxnSpPr>
        <p:spPr bwMode="auto"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95697287" name="Google Shape;2799;p94"/>
          <p:cNvCxnSpPr/>
          <p:nvPr userDrawn="1"/>
        </p:nvCxnSpPr>
        <p:spPr bwMode="auto"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71379775" name="Google Shape;2799;p94"/>
          <p:cNvCxnSpPr/>
          <p:nvPr userDrawn="1"/>
        </p:nvCxnSpPr>
        <p:spPr bwMode="auto"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27052810" name="Google Shape;2799;p94"/>
          <p:cNvCxnSpPr/>
          <p:nvPr userDrawn="1"/>
        </p:nvCxnSpPr>
        <p:spPr bwMode="auto"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58978518" name="Заголовок 3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589198313" name="Дата 8"/>
          <p:cNvSpPr>
            <a:spLocks noGrp="1"/>
          </p:cNvSpPr>
          <p:nvPr>
            <p:ph type="dt" sz="half" idx="28"/>
          </p:nvPr>
        </p:nvSpPr>
        <p:spPr bwMode="auto"/>
        <p:txBody>
          <a:bodyPr/>
          <a:lstStyle/>
          <a:p>
            <a:pPr>
              <a:defRPr/>
            </a:pPr>
            <a:fld id="{9D490EE5-ED7D-46E8-8345-A78A0CB0F4A4}" type="datetime1">
              <a:rPr lang="ru-RU"/>
              <a:t>05.10.2026</a:t>
            </a:fld>
            <a:endParaRPr lang="ru-RU"/>
          </a:p>
        </p:txBody>
      </p:sp>
      <p:sp>
        <p:nvSpPr>
          <p:cNvPr id="728011595" name="Нижний колонтитул 9"/>
          <p:cNvSpPr>
            <a:spLocks noGrp="1"/>
          </p:cNvSpPr>
          <p:nvPr>
            <p:ph type="ftr" sz="quarter" idx="29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358110987" name="Номер слайда 10"/>
          <p:cNvSpPr>
            <a:spLocks noGrp="1"/>
          </p:cNvSpPr>
          <p:nvPr>
            <p:ph type="sldNum" sz="quarter" idx="30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3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742231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001459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31844001" name="Picture Placeholder 1"/>
          <p:cNvSpPr>
            <a:spLocks noGrp="1"/>
          </p:cNvSpPr>
          <p:nvPr>
            <p:ph type="pic" sz="quarter" idx="15"/>
          </p:nvPr>
        </p:nvSpPr>
        <p:spPr bwMode="auto"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600626453" name="Picture Placeholder 1"/>
          <p:cNvSpPr>
            <a:spLocks noGrp="1"/>
          </p:cNvSpPr>
          <p:nvPr>
            <p:ph type="pic" sz="quarter" idx="16"/>
          </p:nvPr>
        </p:nvSpPr>
        <p:spPr bwMode="auto"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4400694" name="Picture Placeholder 1"/>
          <p:cNvSpPr>
            <a:spLocks noGrp="1"/>
          </p:cNvSpPr>
          <p:nvPr>
            <p:ph type="pic" sz="quarter" idx="17"/>
          </p:nvPr>
        </p:nvSpPr>
        <p:spPr bwMode="auto"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76155360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C8C16AD-D907-4463-BE30-FCBB33ACAE3F}" type="datetime1">
              <a:rPr lang="ru-RU"/>
              <a:t>05.10.2026</a:t>
            </a:fld>
            <a:endParaRPr lang="ru-RU"/>
          </a:p>
        </p:txBody>
      </p:sp>
      <p:sp>
        <p:nvSpPr>
          <p:cNvPr id="70105334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8009931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549483550" name="Текст 7"/>
          <p:cNvSpPr>
            <a:spLocks noGrp="1"/>
          </p:cNvSpPr>
          <p:nvPr>
            <p:ph type="body" sz="quarter" idx="18"/>
          </p:nvPr>
        </p:nvSpPr>
        <p:spPr bwMode="auto">
          <a:xfrm>
            <a:off x="346076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911771125" name="Текст 7"/>
          <p:cNvSpPr>
            <a:spLocks noGrp="1"/>
          </p:cNvSpPr>
          <p:nvPr>
            <p:ph type="body" sz="quarter" idx="19"/>
          </p:nvPr>
        </p:nvSpPr>
        <p:spPr bwMode="auto">
          <a:xfrm>
            <a:off x="3269562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1227089" name="Текст 7"/>
          <p:cNvSpPr>
            <a:spLocks noGrp="1"/>
          </p:cNvSpPr>
          <p:nvPr>
            <p:ph type="body" sz="quarter" idx="20"/>
          </p:nvPr>
        </p:nvSpPr>
        <p:spPr bwMode="auto">
          <a:xfrm>
            <a:off x="6193048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321670323" name="Текст 7"/>
          <p:cNvSpPr>
            <a:spLocks noGrp="1"/>
          </p:cNvSpPr>
          <p:nvPr>
            <p:ph type="body" sz="quarter" idx="21"/>
          </p:nvPr>
        </p:nvSpPr>
        <p:spPr bwMode="auto">
          <a:xfrm>
            <a:off x="9116535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695981133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0" showMasterSp="1" userDrawn="1">
  <p:cSld name="Пустой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blipFill rotWithShape="1">
          <a:blip r:embed="rId25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6966687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826074559" name="Текст 2"/>
          <p:cNvSpPr>
            <a:spLocks noGrp="1"/>
          </p:cNvSpPr>
          <p:nvPr>
            <p:ph type="body"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3907107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D490EE5-ED7D-46E8-8345-A78A0CB0F4A4}" type="datetime1">
              <a:rPr lang="ru-RU"/>
              <a:t>05.10.2026</a:t>
            </a:fld>
            <a:endParaRPr lang="ru-RU"/>
          </a:p>
        </p:txBody>
      </p:sp>
      <p:sp>
        <p:nvSpPr>
          <p:cNvPr id="134577373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87705269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6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</p:sldLayoutIdLst>
  <p:hf dt="0" ftr="0" hdr="0" sldNum="1"/>
  <p:txStyles>
    <p:titleStyle>
      <a:lvl1pPr algn="l" defTabSz="578755" rtl="0">
        <a:lnSpc>
          <a:spcPct val="90000"/>
        </a:lnSpc>
        <a:spcBef>
          <a:spcPts val="0"/>
        </a:spcBef>
        <a:buNone/>
        <a:defRPr sz="2000" b="1">
          <a:solidFill>
            <a:schemeClr val="bg1">
              <a:lumMod val="95000"/>
            </a:schemeClr>
          </a:solidFill>
          <a:latin typeface="+mj-lt"/>
          <a:ea typeface="+mj-ea"/>
          <a:cs typeface="Amatic SC"/>
        </a:defRPr>
      </a:lvl1pPr>
    </p:titleStyle>
    <p:bodyStyle>
      <a:lvl1pPr marL="144688" indent="-144688" algn="l" defTabSz="578755" rtl="0">
        <a:lnSpc>
          <a:spcPct val="90000"/>
        </a:lnSpc>
        <a:spcBef>
          <a:spcPts val="631"/>
        </a:spcBef>
        <a:buFont typeface="Arial"/>
        <a:buChar char="•"/>
        <a:defRPr sz="14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2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0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7787526" name="Заголовок 2"/>
          <p:cNvSpPr>
            <a:spLocks noGrp="1"/>
          </p:cNvSpPr>
          <p:nvPr>
            <p:ph type="ctrTitle"/>
          </p:nvPr>
        </p:nvSpPr>
        <p:spPr bwMode="auto">
          <a:xfrm>
            <a:off x="1" y="3894513"/>
            <a:ext cx="6271845" cy="1706743"/>
          </a:xfrm>
        </p:spPr>
        <p:txBody>
          <a:bodyPr/>
          <a:lstStyle/>
          <a:p>
            <a:pPr marL="268288" indent="0">
              <a:defRPr/>
            </a:pPr>
            <a:r>
              <a:t>ФСП Талант</a:t>
            </a:r>
            <a:endParaRPr lang="ru-RU" sz="4800"/>
          </a:p>
        </p:txBody>
      </p:sp>
      <p:sp>
        <p:nvSpPr>
          <p:cNvPr id="1436879255" name="Текст 4"/>
          <p:cNvSpPr>
            <a:spLocks noGrp="1"/>
          </p:cNvSpPr>
          <p:nvPr>
            <p:ph type="body" sz="quarter" idx="12"/>
          </p:nvPr>
        </p:nvSpPr>
        <p:spPr bwMode="auto">
          <a:xfrm>
            <a:off x="0" y="5659501"/>
            <a:ext cx="8930641" cy="757174"/>
          </a:xfrm>
        </p:spPr>
        <p:txBody>
          <a:bodyPr anchor="ctr">
            <a:normAutofit lnSpcReduction="10000"/>
          </a:bodyPr>
          <a:lstStyle/>
          <a:p>
            <a:pPr marL="271463" indent="-3175">
              <a:defRPr/>
            </a:pPr>
            <a:r>
              <a:rPr lang="ru-RU"/>
              <a:t>Цифровая платформа-агрегатор ИТ-вакансий </a:t>
            </a:r>
            <a:br>
              <a:rPr lang="ru-RU"/>
            </a:br>
            <a:r>
              <a:rPr lang="ru-RU"/>
              <a:t>с верифицированным профилем достижений </a:t>
            </a:r>
            <a:br>
              <a:rPr lang="ru-RU"/>
            </a:br>
            <a:r>
              <a:rPr lang="ru-RU"/>
              <a:t>участника Федерации спортивного программирования (ФСП)</a:t>
            </a:r>
            <a:endParaRPr/>
          </a:p>
        </p:txBody>
      </p:sp>
      <p:sp>
        <p:nvSpPr>
          <p:cNvPr id="277087899" name="Скругленный прямоугольник 1"/>
          <p:cNvSpPr/>
          <p:nvPr/>
        </p:nvSpPr>
        <p:spPr bwMode="auto"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pic>
        <p:nvPicPr>
          <p:cNvPr id="1955825710" name="Рисунок 9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346075" y="631174"/>
            <a:ext cx="4905194" cy="62003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363902" name="Прямоугольник 2"/>
          <p:cNvSpPr/>
          <p:nvPr/>
        </p:nvSpPr>
        <p:spPr bwMode="auto"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/>
          </a:p>
        </p:txBody>
      </p:sp>
      <p:sp>
        <p:nvSpPr>
          <p:cNvPr id="791075830" name="Рисунок 1"/>
          <p:cNvSpPr>
            <a:spLocks noGrp="1"/>
          </p:cNvSpPr>
          <p:nvPr>
            <p:ph type="pic" sz="quarter" idx="10"/>
          </p:nvPr>
        </p:nvSpPr>
        <p:spPr bwMode="auto">
          <a:xfrm>
            <a:off x="0" y="335267"/>
            <a:ext cx="6456363" cy="2971784"/>
          </a:xfrm>
        </p:spPr>
        <p:txBody>
          <a:bodyPr/>
          <a:p/>
        </p:txBody>
      </p:sp>
      <p:sp>
        <p:nvSpPr>
          <p:cNvPr id="1898203353" name="Текст 8"/>
          <p:cNvSpPr txBox="1"/>
          <p:nvPr/>
        </p:nvSpPr>
        <p:spPr bwMode="auto"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Краткое описание решения:</a:t>
            </a:r>
            <a:endParaRPr/>
          </a:p>
        </p:txBody>
      </p:sp>
      <p:sp>
        <p:nvSpPr>
          <p:cNvPr id="391829878" name="Текст 8"/>
          <p:cNvSpPr txBox="1"/>
          <p:nvPr/>
        </p:nvSpPr>
        <p:spPr bwMode="auto"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/>
              <a:buNone/>
              <a:defRPr/>
            </a:pPr>
            <a:r>
              <a:rPr lang="ru-RU">
                <a:solidFill>
                  <a:schemeClr val="tx1"/>
                </a:solidFill>
              </a:rPr>
              <a:t>Тест каждый раз с новыми числами. ФСП не меняет грейд. У каждой цифры есть команда проверки.</a:t>
            </a:r>
            <a:endParaRPr/>
          </a:p>
        </p:txBody>
      </p:sp>
      <p:sp>
        <p:nvSpPr>
          <p:cNvPr id="57421302" name="Текст 8"/>
          <p:cNvSpPr txBox="1"/>
          <p:nvPr/>
        </p:nvSpPr>
        <p:spPr bwMode="auto"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Капитан: </a:t>
            </a:r>
            <a:r>
              <a:rPr lang="ru-RU">
                <a:solidFill>
                  <a:schemeClr val="tx1"/>
                </a:solidFill>
              </a:rPr>
              <a:t>заполнит владелец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Кол-во участников: </a:t>
            </a:r>
            <a:r>
              <a:rPr lang="ru-RU">
                <a:solidFill>
                  <a:schemeClr val="tx1"/>
                </a:solidFill>
              </a:rPr>
              <a:t>заполнит владелец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Краткое описание: заполнит владелец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Город и регион: заполнит владелец</a:t>
            </a:r>
            <a:endParaRPr/>
          </a:p>
        </p:txBody>
      </p:sp>
      <p:sp>
        <p:nvSpPr>
          <p:cNvPr id="2060098203" name="Текст 8"/>
          <p:cNvSpPr txBox="1"/>
          <p:nvPr/>
        </p:nvSpPr>
        <p:spPr bwMode="auto"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О команде</a:t>
            </a:r>
            <a:endParaRPr/>
          </a:p>
        </p:txBody>
      </p:sp>
      <p:sp>
        <p:nvSpPr>
          <p:cNvPr id="1632337005" name="Заголовок 6"/>
          <p:cNvSpPr>
            <a:spLocks noGrp="1"/>
          </p:cNvSpPr>
          <p:nvPr>
            <p:ph type="title"/>
          </p:nvPr>
        </p:nvSpPr>
        <p:spPr bwMode="auto">
          <a:xfrm>
            <a:off x="6819903" y="1039236"/>
            <a:ext cx="3636703" cy="1015128"/>
          </a:xfrm>
        </p:spPr>
        <p:txBody>
          <a:bodyPr/>
          <a:lstStyle/>
          <a:p>
            <a:pPr>
              <a:defRPr/>
            </a:pPr>
            <a:endParaRPr lang="ru-RU" sz="2400">
              <a:solidFill>
                <a:schemeClr val="accent5"/>
              </a:solidFill>
              <a:latin typeface="Montserrat"/>
            </a:endParaRPr>
          </a:p>
        </p:txBody>
      </p:sp>
      <p:cxnSp>
        <p:nvCxnSpPr>
          <p:cNvPr id="225159956" name="Прямая соединительная линия 6"/>
          <p:cNvCxnSpPr/>
          <p:nvPr/>
        </p:nvCxnSpPr>
        <p:spPr bwMode="auto"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91418568" name="Прямая соединительная линия 15"/>
          <p:cNvCxnSpPr/>
          <p:nvPr/>
        </p:nvCxnSpPr>
        <p:spPr bwMode="auto"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079138183" name="Прямая соединительная линия 16"/>
          <p:cNvCxnSpPr/>
          <p:nvPr/>
        </p:nvCxnSpPr>
        <p:spPr bwMode="auto"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22160079" name="Текст 8"/>
          <p:cNvSpPr txBox="1"/>
          <p:nvPr/>
        </p:nvSpPr>
        <p:spPr bwMode="auto"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Уникальность решения:</a:t>
            </a:r>
            <a:endParaRPr/>
          </a:p>
        </p:txBody>
      </p:sp>
      <p:sp>
        <p:nvSpPr>
          <p:cNvPr id="1269694680" name="Текст 8"/>
          <p:cNvSpPr txBox="1"/>
          <p:nvPr/>
        </p:nvSpPr>
        <p:spPr bwMode="auto"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/>
              <a:buNone/>
              <a:defRPr/>
            </a:pPr>
            <a:r>
              <a:rPr lang="ru-RU">
                <a:solidFill>
                  <a:schemeClr val="tx1"/>
                </a:solidFill>
              </a:rPr>
              <a:t>Работодатель сам находит человека и зовёт его с вилкой. Грейд подтверждает только тест.</a:t>
            </a:r>
            <a:endParaRPr/>
          </a:p>
        </p:txBody>
      </p:sp>
      <p:sp>
        <p:nvSpPr>
          <p:cNvPr id="1542776484" name="Номер слайда 35"/>
          <p:cNvSpPr txBox="1"/>
          <p:nvPr/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fld id="{52DCC5B9-D646-4B76-891F-6FF4E74E9CB4}" type="slidenum">
              <a:rPr lang="ru-RU" sz="1200">
                <a:solidFill>
                  <a:schemeClr val="accent5"/>
                </a:solidFill>
              </a:rPr>
              <a:t>8</a:t>
            </a:fld>
            <a:endParaRPr lang="ru-RU" sz="1200">
              <a:solidFill>
                <a:schemeClr val="accent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852881" name="Скругленный прямоугольник 55"/>
          <p:cNvSpPr/>
          <p:nvPr/>
        </p:nvSpPr>
        <p:spPr bwMode="auto">
          <a:xfrm>
            <a:off x="2651394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2782647" name="Текст 8"/>
          <p:cNvSpPr txBox="1"/>
          <p:nvPr/>
        </p:nvSpPr>
        <p:spPr bwMode="auto">
          <a:xfrm>
            <a:off x="282367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455614498" name="Текст 8"/>
          <p:cNvSpPr txBox="1"/>
          <p:nvPr/>
        </p:nvSpPr>
        <p:spPr bwMode="auto">
          <a:xfrm>
            <a:off x="282367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308009014" name="Скругленный прямоугольник 58"/>
          <p:cNvSpPr/>
          <p:nvPr/>
        </p:nvSpPr>
        <p:spPr bwMode="auto">
          <a:xfrm>
            <a:off x="4956712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153970231" name="Текст 8"/>
          <p:cNvSpPr txBox="1"/>
          <p:nvPr/>
        </p:nvSpPr>
        <p:spPr bwMode="auto">
          <a:xfrm>
            <a:off x="5128996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877699214" name="Текст 8"/>
          <p:cNvSpPr txBox="1"/>
          <p:nvPr/>
        </p:nvSpPr>
        <p:spPr bwMode="auto">
          <a:xfrm>
            <a:off x="5128995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795216931" name="Скругленный прямоугольник 61"/>
          <p:cNvSpPr/>
          <p:nvPr/>
        </p:nvSpPr>
        <p:spPr bwMode="auto">
          <a:xfrm>
            <a:off x="7262031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123892789" name="Текст 8"/>
          <p:cNvSpPr txBox="1"/>
          <p:nvPr/>
        </p:nvSpPr>
        <p:spPr bwMode="auto">
          <a:xfrm>
            <a:off x="7434315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2137481810" name="Текст 8"/>
          <p:cNvSpPr txBox="1"/>
          <p:nvPr/>
        </p:nvSpPr>
        <p:spPr bwMode="auto">
          <a:xfrm>
            <a:off x="7434314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495704989" name="Скругленный прямоугольник 64"/>
          <p:cNvSpPr/>
          <p:nvPr/>
        </p:nvSpPr>
        <p:spPr bwMode="auto">
          <a:xfrm>
            <a:off x="9567349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986114225" name="Текст 8"/>
          <p:cNvSpPr txBox="1"/>
          <p:nvPr/>
        </p:nvSpPr>
        <p:spPr bwMode="auto">
          <a:xfrm>
            <a:off x="9739633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314564340" name="Текст 8"/>
          <p:cNvSpPr txBox="1"/>
          <p:nvPr/>
        </p:nvSpPr>
        <p:spPr bwMode="auto">
          <a:xfrm>
            <a:off x="9739632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1074551726" name="Скругленный прямоугольник 16"/>
          <p:cNvSpPr/>
          <p:nvPr/>
        </p:nvSpPr>
        <p:spPr bwMode="auto">
          <a:xfrm>
            <a:off x="346076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556037873" name="Скругленный прямоугольник 12"/>
          <p:cNvSpPr/>
          <p:nvPr/>
        </p:nvSpPr>
        <p:spPr bwMode="auto"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83703756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9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445448399" name="Рисунок 1"/>
          <p:cNvSpPr>
            <a:spLocks noGrp="1"/>
          </p:cNvSpPr>
          <p:nvPr>
            <p:ph type="pic" sz="quarter" idx="4294967295"/>
          </p:nvPr>
        </p:nvSpPr>
        <p:spPr bwMode="auto">
          <a:xfrm>
            <a:off x="581397" y="1816054"/>
            <a:ext cx="1722566" cy="1552901"/>
          </a:xfrm>
        </p:spPr>
        <p:txBody>
          <a:bodyPr/>
          <a:p/>
        </p:txBody>
      </p:sp>
      <p:sp>
        <p:nvSpPr>
          <p:cNvPr id="1949760256" name="Рисунок 2"/>
          <p:cNvSpPr>
            <a:spLocks noGrp="1"/>
          </p:cNvSpPr>
          <p:nvPr>
            <p:ph type="pic" sz="quarter" idx="4294967295"/>
          </p:nvPr>
        </p:nvSpPr>
        <p:spPr bwMode="auto">
          <a:xfrm>
            <a:off x="2886467" y="1826554"/>
            <a:ext cx="1722566" cy="1542401"/>
          </a:xfrm>
        </p:spPr>
        <p:txBody>
          <a:bodyPr/>
          <a:p/>
        </p:txBody>
      </p:sp>
      <p:sp>
        <p:nvSpPr>
          <p:cNvPr id="1900966283" name="Рисунок 3"/>
          <p:cNvSpPr>
            <a:spLocks noGrp="1"/>
          </p:cNvSpPr>
          <p:nvPr>
            <p:ph type="pic" sz="quarter" idx="4294967295"/>
          </p:nvPr>
        </p:nvSpPr>
        <p:spPr bwMode="auto">
          <a:xfrm>
            <a:off x="5191784" y="1809238"/>
            <a:ext cx="1722567" cy="1559717"/>
          </a:xfrm>
        </p:spPr>
        <p:txBody>
          <a:bodyPr/>
          <a:p/>
        </p:txBody>
      </p:sp>
      <p:sp>
        <p:nvSpPr>
          <p:cNvPr id="939672998" name="Рисунок 4"/>
          <p:cNvSpPr>
            <a:spLocks noGrp="1"/>
          </p:cNvSpPr>
          <p:nvPr>
            <p:ph type="pic" sz="quarter" idx="4294967295"/>
          </p:nvPr>
        </p:nvSpPr>
        <p:spPr bwMode="auto">
          <a:xfrm>
            <a:off x="7520208" y="1809238"/>
            <a:ext cx="1722567" cy="1559717"/>
          </a:xfrm>
        </p:spPr>
        <p:txBody>
          <a:bodyPr/>
          <a:p/>
        </p:txBody>
      </p:sp>
      <p:sp>
        <p:nvSpPr>
          <p:cNvPr id="864865159" name="Рисунок 5"/>
          <p:cNvSpPr>
            <a:spLocks noGrp="1"/>
          </p:cNvSpPr>
          <p:nvPr>
            <p:ph type="pic" sz="quarter" idx="4294967295"/>
          </p:nvPr>
        </p:nvSpPr>
        <p:spPr bwMode="auto">
          <a:xfrm>
            <a:off x="9802422" y="1809238"/>
            <a:ext cx="1722566" cy="1559717"/>
          </a:xfrm>
        </p:spPr>
        <p:txBody>
          <a:bodyPr/>
          <a:p/>
        </p:txBody>
      </p:sp>
      <p:sp>
        <p:nvSpPr>
          <p:cNvPr id="1739125768" name="Заголовок 6"/>
          <p:cNvSpPr>
            <a:spLocks noGrp="1"/>
          </p:cNvSpPr>
          <p:nvPr>
            <p:ph type="title"/>
          </p:nvPr>
        </p:nvSpPr>
        <p:spPr bwMode="auto">
          <a:xfrm>
            <a:off x="518359" y="449787"/>
            <a:ext cx="9862734" cy="376138"/>
          </a:xfrm>
        </p:spPr>
        <p:txBody>
          <a:bodyPr/>
          <a:lstStyle/>
          <a:p>
            <a:pPr>
              <a:defRPr/>
            </a:pPr>
            <a:r>
              <a:t>Команда</a:t>
            </a:r>
            <a:endParaRPr lang="ru-RU">
              <a:latin typeface="Montserrat"/>
            </a:endParaRPr>
          </a:p>
        </p:txBody>
      </p:sp>
      <p:sp>
        <p:nvSpPr>
          <p:cNvPr id="2123857935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518360" y="4250028"/>
            <a:ext cx="1894354" cy="1624612"/>
          </a:xfrm>
        </p:spPr>
        <p:txBody>
          <a:bodyPr>
            <a:normAutofit/>
          </a:bodyPr>
          <a:lstStyle/>
          <a:p>
            <a:pPr rtl="0">
              <a:spcBef>
                <a:spcPts val="60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/>
          </a:p>
        </p:txBody>
      </p:sp>
      <p:sp>
        <p:nvSpPr>
          <p:cNvPr id="850512963" name="Текст 8"/>
          <p:cNvSpPr txBox="1"/>
          <p:nvPr/>
        </p:nvSpPr>
        <p:spPr bwMode="auto">
          <a:xfrm>
            <a:off x="51835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5036882" name="Скругленный прямоугольник 1"/>
          <p:cNvSpPr/>
          <p:nvPr/>
        </p:nvSpPr>
        <p:spPr bwMode="auto"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460197056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10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2038070293" name="Заголовок 6"/>
          <p:cNvSpPr>
            <a:spLocks noGrp="1"/>
          </p:cNvSpPr>
          <p:nvPr>
            <p:ph type="title"/>
          </p:nvPr>
        </p:nvSpPr>
        <p:spPr bwMode="auto">
          <a:xfrm>
            <a:off x="507849" y="449787"/>
            <a:ext cx="9862734" cy="376138"/>
          </a:xfrm>
        </p:spPr>
        <p:txBody>
          <a:bodyPr/>
          <a:lstStyle/>
          <a:p>
            <a:pPr>
              <a:defRPr/>
            </a:pPr>
            <a:r>
              <a:t>Как шла работа</a:t>
            </a:r>
            <a:endParaRPr lang="ru-RU">
              <a:latin typeface="Montserrat"/>
            </a:endParaRPr>
          </a:p>
        </p:txBody>
      </p:sp>
      <p:sp>
        <p:nvSpPr>
          <p:cNvPr id="938083795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заполнит владелец</a:t>
            </a:r>
            <a:endParaRPr/>
          </a:p>
        </p:txBody>
      </p:sp>
      <p:sp>
        <p:nvSpPr>
          <p:cNvPr id="1276612218" name="Текст 8"/>
          <p:cNvSpPr txBox="1"/>
          <p:nvPr/>
        </p:nvSpPr>
        <p:spPr bwMode="auto"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Краткая история команды:</a:t>
            </a:r>
            <a:endParaRPr/>
          </a:p>
        </p:txBody>
      </p:sp>
      <p:sp>
        <p:nvSpPr>
          <p:cNvPr id="2076718560" name="Текст 8"/>
          <p:cNvSpPr txBox="1"/>
          <p:nvPr/>
        </p:nvSpPr>
        <p:spPr bwMode="auto"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Одинаковые задания расходятся, поэтому числа в задаче каждый раз новые.</a:t>
            </a:r>
            <a:br>
              <a:rPr lang="ru-RU">
                <a:solidFill>
                  <a:schemeClr val="tx1"/>
                </a:solidFill>
              </a:rPr>
            </a:br>
            <a:r>
              <a:rPr lang="ru-RU">
                <a:solidFill>
                  <a:schemeClr val="tx1"/>
                </a:solidFill>
              </a:rPr>
              <a:t>Разряд — факт реестра, а не расчёт по месту. Цифры печатает команда.</a:t>
            </a:r>
          </a:p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/>
            </a:r>
            <a:r>
              <a:rPr lang="en-US">
                <a:solidFill>
                  <a:schemeClr val="tx1"/>
                </a:solidFill>
              </a:rPr>
              <a:t/>
            </a:r>
            <a:br>
              <a:rPr lang="en-US">
                <a:solidFill>
                  <a:schemeClr val="tx1"/>
                </a:solidFill>
              </a:rPr>
            </a:br>
            <a:r>
              <a:rPr lang="ru-RU">
                <a:solidFill>
                  <a:schemeClr val="tx1"/>
                </a:solidFill>
              </a:rPr>
              <a:t/>
            </a:r>
            <a:endParaRPr/>
          </a:p>
        </p:txBody>
      </p:sp>
      <p:sp>
        <p:nvSpPr>
          <p:cNvPr id="1297905439" name="Текст 8"/>
          <p:cNvSpPr txBox="1"/>
          <p:nvPr/>
        </p:nvSpPr>
        <p:spPr bwMode="auto"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>
                <a:solidFill>
                  <a:schemeClr val="accent5"/>
                </a:solidFill>
              </a:rPr>
            </a:br>
            <a:r>
              <a:rPr lang="ru-RU" b="1">
                <a:solidFill>
                  <a:schemeClr val="accent5"/>
                </a:solidFill>
              </a:rPr>
              <a:t>вы столкнулись и как их преодолели?</a:t>
            </a:r>
            <a:endParaRPr/>
          </a:p>
        </p:txBody>
      </p:sp>
      <p:sp>
        <p:nvSpPr>
          <p:cNvPr id="780692596" name="Текст 8"/>
          <p:cNvSpPr txBox="1"/>
          <p:nvPr/>
        </p:nvSpPr>
        <p:spPr bwMode="auto"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Резюме не подтверждает навык, а протокол ФСП подтверждает. Обратный найм убирает ленту случайных откликов.</a:t>
            </a:r>
            <a:endParaRPr/>
          </a:p>
        </p:txBody>
      </p:sp>
      <p:sp>
        <p:nvSpPr>
          <p:cNvPr id="1830823363" name="Текст 8"/>
          <p:cNvSpPr txBox="1"/>
          <p:nvPr/>
        </p:nvSpPr>
        <p:spPr bwMode="auto"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>
                <a:solidFill>
                  <a:schemeClr val="accent5"/>
                </a:solidFill>
              </a:rPr>
            </a:br>
            <a:r>
              <a:rPr lang="ru-RU" b="1">
                <a:solidFill>
                  <a:schemeClr val="accent5"/>
                </a:solidFill>
              </a:rPr>
              <a:t>из предложенных на хакатоне?</a:t>
            </a:r>
            <a:endParaRPr/>
          </a:p>
        </p:txBody>
      </p:sp>
      <p:cxnSp>
        <p:nvCxnSpPr>
          <p:cNvPr id="861409908" name="Прямая соединительная линия 4"/>
          <p:cNvCxnSpPr/>
          <p:nvPr/>
        </p:nvCxnSpPr>
        <p:spPr bwMode="auto">
          <a:xfrm>
            <a:off x="623888" y="2745690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88182128" name="Прямая соединительная линия 5"/>
          <p:cNvCxnSpPr/>
          <p:nvPr/>
        </p:nvCxnSpPr>
        <p:spPr bwMode="auto"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62073617" name="Прямая соединительная линия 7"/>
          <p:cNvCxnSpPr/>
          <p:nvPr/>
        </p:nvCxnSpPr>
        <p:spPr bwMode="auto"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65359089" name="Текст 8"/>
          <p:cNvSpPr txBox="1"/>
          <p:nvPr/>
        </p:nvSpPr>
        <p:spPr bwMode="auto"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01</a:t>
            </a:r>
            <a:endParaRPr/>
          </a:p>
        </p:txBody>
      </p:sp>
      <p:sp>
        <p:nvSpPr>
          <p:cNvPr id="1594510368" name="Текст 8"/>
          <p:cNvSpPr txBox="1"/>
          <p:nvPr/>
        </p:nvSpPr>
        <p:spPr bwMode="auto"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02</a:t>
            </a:r>
            <a:endParaRPr/>
          </a:p>
        </p:txBody>
      </p:sp>
      <p:sp>
        <p:nvSpPr>
          <p:cNvPr id="1341763016" name="Текст 8"/>
          <p:cNvSpPr txBox="1"/>
          <p:nvPr/>
        </p:nvSpPr>
        <p:spPr bwMode="auto"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03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46621191" name="Скругленный прямоугольник 9"/>
          <p:cNvSpPr/>
          <p:nvPr/>
        </p:nvSpPr>
        <p:spPr bwMode="auto">
          <a:xfrm>
            <a:off x="346075" y="324562"/>
            <a:ext cx="3750911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200062839" name="Скругленный прямоугольник 23"/>
          <p:cNvSpPr/>
          <p:nvPr/>
        </p:nvSpPr>
        <p:spPr bwMode="auto"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115600012" name="Скругленный прямоугольник 26"/>
          <p:cNvSpPr/>
          <p:nvPr/>
        </p:nvSpPr>
        <p:spPr bwMode="auto"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16239461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11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398810013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589492" y="1920927"/>
            <a:ext cx="4929861" cy="3868581"/>
          </a:xfrm>
        </p:spPr>
        <p:txBody>
          <a:bodyPr wrap="square">
            <a:normAutofit/>
          </a:bodyPr>
          <a:lstStyle/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Адаптивный тест на IRT 3PL останавливается, когда грейд ясен.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Задания параметрические: числа новые, сложность общая.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Подбор раскладывается на навыки, грейд, тест и ось ФСП.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Вход через ФСП ID: OpenID Connect с PKCE.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Строка протокола — подписанное удостоверение.</a:t>
            </a:r>
          </a:p>
        </p:txBody>
      </p:sp>
      <p:sp>
        <p:nvSpPr>
          <p:cNvPr id="551494281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6513513" y="1920927"/>
            <a:ext cx="4957144" cy="3876445"/>
          </a:xfrm>
        </p:spPr>
        <p:txBody>
          <a:bodyPr wrap="square">
            <a:normAutofit/>
          </a:bodyPr>
          <a:lstStyle/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Работодатель зовёт подходящих, а не читает ленту откликов.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Вилка известна до начала общения.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Спортивный результат виден как подтверждение, не как грейд.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Нет истории ФСП — человек не теряет место.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Дальше пилот с Федерацией: настоящий ФСП ID и реестр.</a:t>
            </a:r>
          </a:p>
        </p:txBody>
      </p:sp>
      <p:sp>
        <p:nvSpPr>
          <p:cNvPr id="2091073421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56851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/>
              <a:t>КОРОТКО О РЕШЕНИИ</a:t>
            </a:r>
            <a:endParaRPr/>
          </a:p>
        </p:txBody>
      </p:sp>
      <p:sp>
        <p:nvSpPr>
          <p:cNvPr id="1988058502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chemeClr val="accent5"/>
                </a:solidFill>
              </a:rPr>
              <a:t>Техническая суть решения</a:t>
            </a:r>
            <a:endParaRPr/>
          </a:p>
        </p:txBody>
      </p:sp>
      <p:sp>
        <p:nvSpPr>
          <p:cNvPr id="2026087403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chemeClr val="accent5"/>
                </a:solidFill>
              </a:rPr>
              <a:t>Маркетинговая суть решения</a:t>
            </a:r>
            <a:endParaRPr/>
          </a:p>
          <a:p>
            <a:pPr>
              <a:lnSpc>
                <a:spcPct val="100000"/>
              </a:lnSpc>
              <a:defRPr/>
            </a:pPr>
            <a:endParaRPr lang="ru-RU" b="1">
              <a:solidFill>
                <a:schemeClr val="accent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Резюме обещает, тест подтверждает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робный тест: шкала уверенности и нейтральный итог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риглашение с вилкой: имя и контакты открываются после согласия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Выученный ответ не подходит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Карточка подборки: вклад теста и результатов ФСП в баллах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Жюри проходит тот же путь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Вопросы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Решение о грейде держится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Соревнования не поднимают грейд, статус не весит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роверяется в CI и на стенде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илот с Федерацией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Arial"/>
        <a:cs typeface="Arial"/>
      </a:majorFont>
      <a:minorFont>
        <a:latin typeface="Montserrat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prstGeom prst="rect">
          <a:avLst/>
        </a:prstGeom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/>
      <a:lstStyle/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onlyoffice/9.2.1.1</Application>
  <PresentationFormat>On-screen Show (16:9)</PresentationFormat>
  <Paragraphs>0</Paragraphs>
  <Slides>16</Slides>
  <Notes>16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7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ФСП Талант — обратный найм</dc:title>
  <dc:creator>Konkov Dmitrij</dc:creator>
  <cp:lastModifiedBy>Konkov Dmitrij</cp:lastModifiedBy>
  <cp:revision>98</cp:revision>
  <dcterms:created xsi:type="dcterms:W3CDTF">2023-05-15T07:36:23Z</dcterms:created>
  <dcterms:modified xsi:type="dcterms:W3CDTF">2026-10-09T22:25:27Z</dcterms:modified>
  <dc:subject>ЛЦТ 2026, трек Федерации спортивного программирования</dc:subject>
  <cp:category/>
  <cp:keywords/>
  <dc:description>pitch-html-sha256=36ad91f7908a4612910771295ddcf7c8b6b0d93bd0ab0bf07dbb17f69e32d12f</dc:description>
</cp:coreProperties>
</file>