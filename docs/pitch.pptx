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9"/>
    <p:sldId id="268" r:id="rId8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905389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Публичный стенд https://89-124-65-102.sslip.io. Аккаунты jury1…jury10, пароль demo12345. Инструкция запуска — docs/INSTALL.md. Стенд каждую ночь возвращается в исходное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P@10 0,631 против 0,559 у сортировки по резюме. Спирмен внутри категории 0,237 против 0,011. nDCG@10 0,650 против 0,620.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0 % — ключ от другого экземпляра того же семейства. 91,5 % — верные решения вдали от границы грейда, 2000 кандидатов. 0,0 % — сдача middle после 20 чужих сессий.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принятия имени и контактов нет ни в карточке, ни в ответе API. Вилка обязательна и подписана «до вычета НДФЛ».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Пробный тест: 15 заданий за 5 минут, итог с вероятностью, грейд не ставится. Ключ чужого экземпляра сдаёт 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приглашает первым. Грейд даёт только тест. ФСП — отдельная ось. Контакты после согласия.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Название задачи уже на слайде. Название команды владелец впишет, если оно отличается от названия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говорим своими словами. Блок «О команде» владелец заполняет перед сдачей.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Пять карточек без имён: роли на месте, имена и контакты присылает владелец.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Историю команды заполняет владелец. Почему эта задача и какие были сложности — уже вписаны.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слева, пилот с Федерацией справа. На защите этот слайд — последние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приложение для ответов на вопросы, его на защите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84 % — то же решение повторного теста вдали от порога. 65,1 % — точный грейд после пути по правилам продукта, в пределах ступени 98,6 %.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Спирмен нижней границы 0,707. Разряд — справка реестра. Ферма из 40 участий ниже двух побед.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Чужие идентификаторы: 124 запроса, 0 ответов 2xx. 1005 тестов, покрытие приложения 73,4 %.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Подключить ФСП ID и реестр по готовому контракту. Калибровка весов — на исходах приглашений.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ФСП Талант</a:t>
            </a:r>
            <a:endParaRPr lang="ru-RU" sz="4800"/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791075830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Тест каждый раз с новыми числами. ФСП не меняет грейд. У каждой цифры есть команда проверки.</a:t>
            </a:r>
            <a:endParaRPr/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заполнит владелец</a:t>
            </a:r>
            <a:endParaRPr/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сам находит человека и зовёт его с вилкой. Грейд подтверждает только тест.</a:t>
            </a:r>
            <a:endParaRPr/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30800901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397023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77699214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795216931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2389278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37481810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495704989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611422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314564340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45448399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949760256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1900966283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93967299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86486515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Как шла работа</a:t>
            </a:r>
            <a:endParaRPr lang="ru-RU">
              <a:latin typeface="Montserrat"/>
            </a:endParaRP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Одинаковые задания расходятся, поэтому числа в задаче каждый раз новые.</a:t>
            </a:r>
            <a:br>
              <a:rPr lang="ru-RU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>Разряд — факт реестра, а не расчёт по месту. Цифры печатает команда.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/>
            </a:r>
            <a:r>
              <a:rPr lang="en-US">
                <a:solidFill>
                  <a:schemeClr val="tx1"/>
                </a:solidFill>
              </a:rPr>
              <a:t/>
            </a:r>
            <a:br>
              <a:rPr lang="en-US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/>
            </a:r>
            <a:endParaRPr/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Резюме не подтверждает навык, а протокол ФСП подтверждает. Обратный найм убирает ленту случайных откликов.</a:t>
            </a:r>
            <a:endParaRPr/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Адаптивный тест на IRT 3PL останавливается, когда грейд ясен.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Задания параметрические: числа новые, сложность общая.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Подбор раскладывается на навыки, грейд, тест и ось ФСП.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Вход через ФСП ID: OpenID Connect с PKCE.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Строка протокола — подписанное удостоверение.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Работодатель зовёт подходящих, а не читает ленту откликов.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Вилка известна до начала общения.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Спортивный результат виден как подтверждение, не как грейд.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Нет истории ФСП — человек не теряет место.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Дальше пилот с Федерацией: настоящий ФСП ID и реестр.</a:t>
            </a: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зюме обещает, тест подтверждае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бный тест: шкала уверенности и нейтральный итог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иглашение с вилкой: имя и контакты открываются после согласи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ыученный ответ не подход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Карточка подборки: вклад теста и результатов ФСП в балла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Жюри проходит тот же пут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опрос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шение о грейде держитс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Соревнования не поднимают грейд, статус не вес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веряется в CI и на стенд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илот с Федерацие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(16:9)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creator>Konkov Dmitrij</dc:creator>
  <cp:lastModifiedBy>Konkov Dmitrij</cp:lastModifiedBy>
  <cp:revision>98</cp:revision>
  <dcterms:created xsi:type="dcterms:W3CDTF">2023-05-15T07:36:23Z</dcterms:created>
  <dcterms:modified xsi:type="dcterms:W3CDTF">2026-10-10T21:59:11Z</dcterms:modified>
  <dc:subject>ЛЦТ 2026, трек Федерации спортивного программирования</dc:subject>
  <cp:category/>
  <cp:keywords/>
  <dc:description>pitch-html-sha256=b23e4c94bc7cd68c6c5283489959688510b821359a3d4bf10c28549c4b523e74</dc:description>
</cp:coreProperties>
</file>