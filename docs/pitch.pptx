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708 юнит-тестов, покрытие приложения 66,2 %.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2026-10-08T23:27:14Z</dcterms:modified>
  <dc:subject>ЛЦТ 2026, трек Федерации спортивного программирования</dc:subject>
  <cp:category/>
  <cp:keywords/>
  <dc:description/>
</cp:coreProperties>
</file>