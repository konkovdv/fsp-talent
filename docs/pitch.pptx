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Публичный стенд https://89-124-65-102.sslip.io. 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0,631 против 0,559 у сортировки по резюме. Спирмен внутри категории 0,237 против 0,011. nDCG@10 0,650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822 теста, покрытие приложения 74,1 %.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2026-10-09T23:23:04Z</dcterms:modified>
  <dc:subject>ЛЦТ 2026, трек Федерации спортивного программирования</dc:subject>
  <cp:category/>
  <cp:keywords/>
  <dc:description>pitch-html-sha256=d382be8e3635da9a3e109e9ba2330c639bcf02f1151aa1eaf676d6408c91a505</dc:description>
</cp:coreProperties>
</file>