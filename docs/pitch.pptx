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 ·  ФЕДЕРАЦИЯ СПОРТИВНОГО ПРОГРАММИРОВАНИЯ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находит человека.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наоборот.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02920" y="42976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профиль, объяснимая подборка и контакты только после согласия кандидата.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УСТРОЕН НАЙМ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Потребность, подборка, приглашение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2860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920240" y="2167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20240" y="258775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 задаёт специализацию. Тест подтверждает грейд. История ФСП — отдельная ось, без неё человек не теряет место.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38328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703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920240" y="35844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920240" y="400507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Описывает, кого ищет. Получает порядок с объяснением каждой строки и может вернуть прошлую версию потребности.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80060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51206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920240" y="50017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Контакты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920240" y="5422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вилкой. Имя и почта открываются, только когда кандидат принял приглашение.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2860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201168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526280" y="22860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26280" y="34747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сдают, если ключ от того же экземпляра, как в фиксированном банке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92440" y="201168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2860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из 42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321040" y="34747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утёкших ключей уходит в карантин, на чистых данных 3 из 83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app.validation.assessment --n 2000 --seed 7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Навыки, грейд, специализация, текст и сфера складываются в одну оценку. У каждой строки объяснения свой код: совпадение, подтверждённый навык, тест, пробел, ось ФСП, смежная специализация.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320040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429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+0,045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4251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к поиску по словам, зерно 2026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320040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3429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+0,089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537960" y="4251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к поиску по словам, зерно 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app.validation.matching    и    python -m app.validation.matching --seed 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подтверждает только тест. Протокол ФСП — вторая ось: место, давность, командный зачёт. Статус соревнования на балл не влияет. Нет истории — ось выпадает из оценки, штрафа нет.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3291840"/>
            <a:ext cx="11155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56616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0,660 и 0,661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754880" y="3611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с осью и без неё, зерно 2026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" y="4572000"/>
            <a:ext cx="11155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48463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0,715 и 0,715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754880" y="4892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с осью и без неё, зерно 7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 же команды, что в документации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11155680" cy="685800"/>
          </a:xfrm>
          <a:prstGeom prst="rect">
            <a:avLst/>
          </a:prstGeom>
          <a:solidFill>
            <a:srgbClr val="EFEFF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3055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вдали от границы грейда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0" y="2103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90,9 %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595360" y="21305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--n 2000 --seed 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743200"/>
            <a:ext cx="1115568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90779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Повторная сдача, каппа Коэна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0,50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95360" y="2907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команда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520440"/>
            <a:ext cx="11155680" cy="685800"/>
          </a:xfrm>
          <a:prstGeom prst="rect">
            <a:avLst/>
          </a:prstGeom>
          <a:solidFill>
            <a:srgbClr val="EFEFF1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6850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Завышение грейда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3657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3,4 %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595360" y="36850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команда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297680"/>
            <a:ext cx="1115568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446227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Случайное угадывание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4434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95360" y="44622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команда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074920"/>
            <a:ext cx="11155680" cy="685800"/>
          </a:xfrm>
          <a:prstGeom prst="rect">
            <a:avLst/>
          </a:prstGeom>
          <a:solidFill>
            <a:srgbClr val="EFEFF1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52395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 против ключевых слов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5212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+0,045 и +0,089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595360" y="52395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и --seed 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остаётся за этим стендом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Настоящий ФСП ID и реестр по уже описанному контракту. Дельта протоколов забирается по расписанию.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3154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по слабой теме не включён: точность падает с 77,8 % до 59,5 %, ложные сдачи — с 8,6 % до 5,8 %.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4114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Оценку различимости заданий в банк не пишем: ошибка растёт с 0,139 до 0,262.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5074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Исходы найма из ATS, чтобы калибровать подбор на реальных решениях людей.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Семь слайдов для жюри ЛЦТ 2026</dc:subject>
  <dc:creator>ФСП Талант</dc:creator>
  <cp:lastModifiedBy>ФСП Талант</cp:lastModifiedBy>
  <cp:revision>1</cp:revision>
  <dcterms:created xsi:type="dcterms:W3CDTF">2026-10-06T20:21:34Z</dcterms:created>
  <dcterms:modified xsi:type="dcterms:W3CDTF">2026-10-06T20:21:34Z</dcterms:modified>
</cp:coreProperties>
</file>