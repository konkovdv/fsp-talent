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777 тестов, покрытие приложения 68,1 %.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2026-10-09T14:33:15Z</dcterms:modified>
  <dc:subject>ЛЦТ 2026, трек Федерации спортивного программирования</dc:subject>
  <cp:category/>
  <cp:keywords/>
  <dc:description>pitch-html-sha256=b656ebfde52001319a0179f4780767ef6a50072e1399ad0fb495b1458e487923</dc:description>
</cp:coreProperties>
</file>