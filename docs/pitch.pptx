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Пробный тест: шкала уверенности и нейтральный ит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самим: jury1…jury10, пароль demo12345.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Репозиторий: github.com/KonkovDV/fsp-talent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Приглашение с вилкой: имя и контакты открываются после соглас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middle после 20 чужих сессий; честная сдача тех же людей 6,2 %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 же решение повторного теста вдали от порога; корреляция θ 0,86, взвешенная каппа 0,58. Руднер 83,5 % и 79,0 %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65,1 %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точный итоговый грейд после пути по правилам продукта; в пределах ступени 98,6 %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Карточка подборки: вклад теста и результатов ФСП в балл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 0,632 против 0,559 у сортировки по резюме: доля подходящих в первой десятке.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0,240 против 0,011: насколько порядок совпадает с настоящей силой.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0,652 против 0,620. Завышенный грейд 19,8 % против 28,1 %.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статус не весит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0,707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нижней границы оси со скрытой силой. Разряд — справка из реестра, не расчёт по месту.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0,127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числа участий: нижняя граница угадывает силу лучше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 → 0,54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фермы из 40 онлайн-участий и двух побед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app.validation.fsp_axis --seeds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692 юнит-теста, покрытие приложения 66,1 %, сервисы 71 % и API 39 %, шесть сквозных сценариев в браузере. Демо-стенд сбрасывается каждую ночь.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Проверьте сами: jury1…jury10, пароль demo12345.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ФСП Талант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Konkov Dmitrij</dc:creator>
  <cp:lastModifiedBy>Konkov Dmitrij</cp:lastModifiedBy>
  <cp:revision>1</cp:revision>
  <dcterms:created xsi:type="dcterms:W3CDTF">2026-10-08T16:55:46Z</dcterms:created>
  <dcterms:modified xsi:type="dcterms:W3CDTF">2026-10-08T16:55:46Z</dcterms:modified>
</cp:coreProperties>
</file>