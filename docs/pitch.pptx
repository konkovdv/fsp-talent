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811 тестов, покрытие приложения 73,9 %.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2026-10-09T19:12:24Z</dcterms:modified>
  <dc:subject>ЛЦТ 2026, трек Федерации спортивного программирования</dc:subject>
  <cp:category/>
  <cp:keywords/>
  <dc:description>pitch-html-sha256=c29d3a54bd9883e520d5e6ccea0a5dc7327df3498193dc6e7d3be104cb3ba663</dc:description>
</cp:coreProperties>
</file>