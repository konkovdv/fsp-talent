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Аккаунты jury1…jury10, пароль demo12345. Инструкция запуска — docs/INSTALL.md. Стенд каждую ночь возвращается в исходное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0,632 против 0,559 у сортировки по резюме. Спирмен внутри категории 0,240 против 0,011. nDCG@10 0,652 против 0,620.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0 % — ключ от другого экземпляра того же семейства.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порога. 65,1 % — точный грейд после пути по правилам продукта, в пределах ступени 98,6 %.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0,707. Разряд — справка реестра. Ферма из 40 участий ниже двух побед.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124 запроса, 0 ответов 2xx. 782 теста, покрытие приложения 68,1 %.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2026-10-09T15:50:27Z</dcterms:modified>
  <dc:subject>ЛЦТ 2026, трек Федерации спортивного программирования</dc:subject>
  <cp:category/>
  <cp:keywords/>
  <dc:description>pitch-html-sha256=c9bcebfc1f34e7f6fbc4e1ad629703f74050bf9f58d9b7ebaebebf26bea78ef9</dc:description>
</cp:coreProperties>
</file>