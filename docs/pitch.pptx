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0,631 против 0,559 у сортировки по резюме. Спирмен внутри категории 0,237 против 0,011. nDCG@10 0,650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811 тестов, покрытие приложения 74,1 %.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2026-10-09T20:22:20Z</dcterms:modified>
  <dc:subject>ЛЦТ 2026, трек Федерации спортивного программирования</dc:subject>
  <cp:category/>
  <cp:keywords/>
  <dc:description>pitch-html-sha256=c2d3cc0ae61c99fb4f2ddfb034faa868771a668ab8e69f83aad13cda65c73a56</dc:description>
</cp:coreProperties>
</file>