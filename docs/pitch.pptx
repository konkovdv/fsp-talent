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789 тестов, покрытие приложения 67,8 %.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2026-10-09T17:27:44Z</dcterms:modified>
  <dc:subject>ЛЦТ 2026, трек Федерации спортивного программирования</dc:subject>
  <cp:category/>
  <cp:keywords/>
  <dc:description>pitch-html-sha256=72748575dccdb8eb39e5d28a8b7cfef11407f78605afaace78e1eb4468c4bdfe</dc:description>
</cp:coreProperties>
</file>