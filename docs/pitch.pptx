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Relationship Id="rId3" Type="http://schemas.openxmlformats.org/package/2006/relationships/metadata/core-properties" Target="docProps/core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41"/>
  </p:notesMasterIdLst>
  <p:sldIdLst>
    <p:sldId id="262" r:id="rId10"/>
    <p:sldId id="263" r:id="rId11"/>
    <p:sldId id="264" r:id="rId12"/>
    <p:sldId id="265" r:id="rId13"/>
    <p:sldId id="266" r:id="rId14"/>
    <p:sldId id="267" r:id="rId9"/>
    <p:sldId id="268" r:id="rId8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12192000" cy="6858000"/>
  <p:notesSz cx="6858000" cy="9144000"/>
  <p:defaultTextStyle>
    <a:defPPr>
      <a:defRPr lang="ru-RU"/>
    </a:defPPr>
    <a:lvl1pPr marL="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11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220" algn="l" defTabSz="91422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32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43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5549" algn="l" defTabSz="91422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2658" algn="l" defTabSz="91422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199765" algn="l" defTabSz="91422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6877" algn="l" defTabSz="91422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</p:showPr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howGuides="1" snapToGrid="0">
      <p:cViewPr varScale="1">
        <p:scale>
          <a:sx n="91" d="100"/>
          <a:sy n="91" d="100"/>
        </p:scale>
        <p:origin x="200" y="632"/>
      </p:cViewPr>
      <p:guideLst>
        <p:guide pos="597"/>
        <p:guide pos="3591"/>
        <p:guide pos="5496"/>
        <p:guide pos="4112"/>
        <p:guide pos="393"/>
        <p:guide pos="2160" orient="horz"/>
      </p:guideLst>
    </p:cSldViewPr>
  </p:slide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8" Type="http://schemas.openxmlformats.org/officeDocument/2006/relationships/slide" Target="slides/slide7.xml"/><Relationship Id="rId9" Type="http://schemas.openxmlformats.org/officeDocument/2006/relationships/slide" Target="slides/slide6.xml"/><Relationship Id="rId10" Type="http://schemas.openxmlformats.org/officeDocument/2006/relationships/slide" Target="slides/slide1.xml"/><Relationship Id="rId11" Type="http://schemas.openxmlformats.org/officeDocument/2006/relationships/slide" Target="slides/slide2.xml"/><Relationship Id="rId12" Type="http://schemas.openxmlformats.org/officeDocument/2006/relationships/slide" Target="slides/slide3.xml"/><Relationship Id="rId13" Type="http://schemas.openxmlformats.org/officeDocument/2006/relationships/slide" Target="slides/slide4.xml"/><Relationship Id="rId14" Type="http://schemas.openxmlformats.org/officeDocument/2006/relationships/slide" Target="slides/slide5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41" Type="http://schemas.openxmlformats.org/officeDocument/2006/relationships/notesMaster" Target="notesMasters/notesMaster1.xml"/><Relationship Id="rId42" Type="http://schemas.openxmlformats.org/officeDocument/2006/relationships/presProps" Target="presProps.xml"/><Relationship Id="rId43" Type="http://schemas.openxmlformats.org/officeDocument/2006/relationships/tableStyles" Target="tableStyles.xml"/><Relationship Id="rId44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6699290" name="Верхний колонтитул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735569455" name="Дата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9DA401BA-3150-4FF7-8D13-C8A64268AC63}" type="datetimeFigureOut">
              <a:rPr lang="ru-RU"/>
              <a:t>02.10.2026</a:t>
            </a:fld>
            <a:endParaRPr lang="ru-RU"/>
          </a:p>
        </p:txBody>
      </p:sp>
      <p:sp>
        <p:nvSpPr>
          <p:cNvPr id="1019053895" name="Образ слайда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ru-RU"/>
          </a:p>
        </p:txBody>
      </p:sp>
      <p:sp>
        <p:nvSpPr>
          <p:cNvPr id="87910314" name="Заметки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309615501" name="Нижний колонтитул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7884862" name="Номер слайда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3D5F3B14-7AC8-406F-A299-37D374056E4F}" type="slidenum">
              <a:rPr lang="ru-RU"/>
              <a:t>‹#›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Аккаунты jury1…jury10, пароль demo12345. Инструкция запуска — docs/INSTALL.md. Стенд каждую ночь возвращается в исходное состояние.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P@10 0,632 против 0,559 у сортировки по резюме. Спирмен внутри категории 0,240 против 0,011. nDCG@10 0,652 против 0,620.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0 % — ключ от другого экземпляра того же семейства. 91,5 % — верные решения вдали от границы грейда, 2000 кандидатов. 0,0 % — сдача middle после 20 чужих сессий.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До принятия имени и контактов нет ни в карточке, ни в ответе API. Вилка обязательна и подписана «до вычета НДФЛ».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Пробный тест: 15 заданий за 5 минут, итог с вероятностью, грейд не ставится. Ключ чужого экземпляра сдаёт 0 %.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Работодатель приглашает первым. Грейд даёт только тест. ФСП — отдельная ось. Контакты после согласия.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Название задачи уже на слайде. Название команды владелец впишет, если оно отличается от названия решения.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A6074B4B-39AB-047E-79EB-88938F14CF3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Суть и уникальность говорим своими словами. Блок «О команде» владелец заполняет перед сдачей.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231E09D-B2C4-9940-0FE0-3B440CEBB76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7128023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796905485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Пять карточек без имён: роли на месте, имена и контакты присылает владелец.</a:t>
            </a:r>
          </a:p>
        </p:txBody>
      </p:sp>
      <p:sp>
        <p:nvSpPr>
          <p:cNvPr id="31639087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9</a:t>
            </a:fld>
            <a:endParaRPr lang="ru-RU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05791495" name="Образ слайда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30313303" name="Заметки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Историю команды заполняет владелец. Почему эта задача и какие были сложности — уже вписаны.</a:t>
            </a:r>
          </a:p>
        </p:txBody>
      </p:sp>
      <p:sp>
        <p:nvSpPr>
          <p:cNvPr id="1644486365" name="Номер слайда 3"/>
          <p:cNvSpPr>
            <a:spLocks noGrp="1"/>
          </p:cNvSpPr>
          <p:nvPr>
            <p:ph type="sldNum" sz="quarter" idx="5"/>
          </p:nvPr>
        </p:nvSpPr>
        <p:spPr bwMode="auto"/>
        <p:txBody>
          <a:bodyPr/>
          <a:lstStyle/>
          <a:p>
            <a:pPr>
              <a:defRPr/>
            </a:pPr>
            <a:fld id="{3D5F3B14-7AC8-406F-A299-37D374056E4F}" type="slidenum">
              <a:rPr lang="ru-RU"/>
              <a:t>10</a:t>
            </a:fld>
            <a:endParaRPr lang="ru-RU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r>
              <a:t>Техническая суть слева, пилот с Федерацией справа. На защите этот слайд — последние секунды.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13584F63-B638-7EF1-E9BE-D1C0CD4B492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Дальше — приложение для ответов на вопросы, его на защите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84 % — то же решение повторного теста вдали от порога. 65,1 % — точный грейд после пути по правилам продукта, в пределах ступени 98,6 %.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Спирмен нижней границы 0,707. Разряд — справка реестра. Ферма из 40 участий ниже двух побед.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Чужие идентификаторы: 124 запроса, 0 ответов 2xx. 708 юнит-тестов, покрытие приложения 66,1 %.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Подключить ФСП ID и реестр по готовому контракту. Калибровка весов — на исходах приглашений.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Титульный слайд">
    <p:bg>
      <p:bgPr shadeToTitle="0">
        <a:blipFill rotWithShape="1">
          <a:blip r:embed="rId2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87460415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792000" y="395288"/>
            <a:ext cx="5400000" cy="5400000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Иконка задачи</a:t>
            </a:r>
            <a:endParaRPr/>
          </a:p>
        </p:txBody>
      </p:sp>
      <p:sp>
        <p:nvSpPr>
          <p:cNvPr id="1804664269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0" y="4323440"/>
            <a:ext cx="8930641" cy="827011"/>
          </a:xfrm>
          <a:prstGeom prst="rect">
            <a:avLst/>
          </a:prstGeom>
          <a:noFill/>
        </p:spPr>
        <p:txBody>
          <a:bodyPr anchor="ctr" anchorCtr="0"/>
          <a:lstStyle>
            <a:lvl1pPr marL="0" indent="712788"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НАЗВАНИЕ КОМАНДЫ</a:t>
            </a:r>
            <a:endParaRPr/>
          </a:p>
        </p:txBody>
      </p:sp>
      <p:sp>
        <p:nvSpPr>
          <p:cNvPr id="1937953139" name="Рисунок 41"/>
          <p:cNvSpPr>
            <a:spLocks noGrp="1"/>
          </p:cNvSpPr>
          <p:nvPr>
            <p:ph type="pic" sz="quarter" idx="11" hasCustomPrompt="1"/>
          </p:nvPr>
        </p:nvSpPr>
        <p:spPr bwMode="auto">
          <a:xfrm>
            <a:off x="802640" y="2911980"/>
            <a:ext cx="3386773" cy="1082589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Логотип/логотипы постановщика задачи</a:t>
            </a:r>
            <a:endParaRPr/>
          </a:p>
        </p:txBody>
      </p:sp>
      <p:sp>
        <p:nvSpPr>
          <p:cNvPr id="222729575" name="Текст 4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0" y="5149851"/>
            <a:ext cx="8930641" cy="757174"/>
          </a:xfrm>
          <a:prstGeom prst="rect">
            <a:avLst/>
          </a:prstGeom>
          <a:noFill/>
        </p:spPr>
        <p:txBody>
          <a:bodyPr>
            <a:normAutofit/>
          </a:bodyPr>
          <a:lstStyle>
            <a:lvl1pPr marL="0" indent="712788">
              <a:buNone/>
              <a:defRPr sz="1800"/>
            </a:lvl1pPr>
          </a:lstStyle>
          <a:p>
            <a:pPr>
              <a:defRPr/>
            </a:pPr>
            <a:r>
              <a:rPr lang="ru-RU" sz="1600" b="0"/>
              <a:t>Номер и название задачи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Описание команд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5681669" name="Рисунок 10"/>
          <p:cNvSpPr>
            <a:spLocks noGrp="1"/>
          </p:cNvSpPr>
          <p:nvPr>
            <p:ph type="pic" sz="quarter" idx="10" hasCustomPrompt="1"/>
          </p:nvPr>
        </p:nvSpPr>
        <p:spPr bwMode="auto">
          <a:xfrm>
            <a:off x="6894095" y="1044081"/>
            <a:ext cx="4962943" cy="2221824"/>
          </a:xfrm>
        </p:spPr>
        <p:txBody>
          <a:bodyPr anchor="ctr" anchorCtr="0"/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Фото команды</a:t>
            </a:r>
            <a:endParaRPr/>
          </a:p>
        </p:txBody>
      </p:sp>
      <p:sp>
        <p:nvSpPr>
          <p:cNvPr id="245764098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Команд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5239598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67EB9651-F031-4963-AFE9-33BCC0E88757}" type="datetime1">
              <a:rPr lang="ru-RU"/>
              <a:t>05.10.2026</a:t>
            </a:fld>
            <a:endParaRPr lang="ru-RU"/>
          </a:p>
        </p:txBody>
      </p:sp>
      <p:sp>
        <p:nvSpPr>
          <p:cNvPr id="79546961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99898758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4</a:t>
            </a:fld>
            <a:endParaRPr lang="ru-RU"/>
          </a:p>
        </p:txBody>
      </p:sp>
      <p:sp>
        <p:nvSpPr>
          <p:cNvPr id="1535999287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46075" y="395288"/>
            <a:ext cx="11244772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/>
            </a:lvl1pPr>
          </a:lstStyle>
          <a:p>
            <a:pPr>
              <a:defRPr/>
            </a:pPr>
            <a:r>
              <a:rPr lang="ru-RU"/>
              <a:t>КОМАНДА «НАЗВАНИЕ»</a:t>
            </a:r>
            <a:endParaRPr/>
          </a:p>
        </p:txBody>
      </p:sp>
      <p:sp>
        <p:nvSpPr>
          <p:cNvPr id="925020604" name="Текст 35"/>
          <p:cNvSpPr>
            <a:spLocks noGrp="1"/>
          </p:cNvSpPr>
          <p:nvPr>
            <p:ph type="body" sz="quarter" idx="27" hasCustomPrompt="1"/>
          </p:nvPr>
        </p:nvSpPr>
        <p:spPr bwMode="auto">
          <a:xfrm>
            <a:off x="806323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827158692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3014568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2034051461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5191192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410716414" name="Текст 35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7366644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  <p:sp>
        <p:nvSpPr>
          <p:cNvPr id="1321616532" name="Текст 35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9542096" y="4192124"/>
            <a:ext cx="1843581" cy="1576498"/>
          </a:xfrm>
          <a:prstGeom prst="rect">
            <a:avLst/>
          </a:prstGeom>
          <a:ln>
            <a:noFill/>
          </a:ln>
        </p:spPr>
        <p:txBody>
          <a:bodyPr>
            <a:normAutofit/>
          </a:bodyPr>
          <a:lstStyle>
            <a:lvl1pPr marL="144688" indent="-144688">
              <a:buClr>
                <a:schemeClr val="accent1"/>
              </a:buClr>
              <a:buFont typeface="Wingdings"/>
              <a:buChar char="§"/>
              <a:defRPr sz="1400"/>
            </a:lvl1pPr>
          </a:lstStyle>
          <a:p>
            <a:pPr lvl="0">
              <a:defRPr/>
            </a:pPr>
            <a:r>
              <a:rPr lang="ru-RU"/>
              <a:t>Роль в команде</a:t>
            </a:r>
            <a:endParaRPr/>
          </a:p>
          <a:p>
            <a:pPr lvl="0">
              <a:defRPr/>
            </a:pPr>
            <a:r>
              <a:rPr lang="en-US"/>
              <a:t>Telegram</a:t>
            </a:r>
            <a:endParaRPr/>
          </a:p>
          <a:p>
            <a:pPr lvl="0">
              <a:defRPr/>
            </a:pPr>
            <a:r>
              <a:rPr lang="ru-RU"/>
              <a:t>Номер</a:t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стой с заголовком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26507836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1021F813-DBA1-42EC-A748-A9CC16659E6B}" type="datetime1">
              <a:rPr lang="ru-RU"/>
              <a:t>05.10.2026</a:t>
            </a:fld>
            <a:endParaRPr lang="ru-RU"/>
          </a:p>
        </p:txBody>
      </p:sp>
      <p:sp>
        <p:nvSpPr>
          <p:cNvPr id="86943581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011702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Заголовок и объект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85278501" name="Текст 2"/>
          <p:cNvSpPr>
            <a:spLocks noGrp="1"/>
          </p:cNvSpPr>
          <p:nvPr>
            <p:ph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  <a:lvl2pPr>
              <a:defRPr>
                <a:solidFill>
                  <a:schemeClr val="bg1">
                    <a:lumMod val="95000"/>
                  </a:schemeClr>
                </a:solidFill>
              </a:defRPr>
            </a:lvl2pPr>
            <a:lvl3pPr>
              <a:defRPr>
                <a:solidFill>
                  <a:schemeClr val="bg1">
                    <a:lumMod val="95000"/>
                  </a:schemeClr>
                </a:solidFill>
              </a:defRPr>
            </a:lvl3pPr>
            <a:lvl4pPr>
              <a:defRPr>
                <a:solidFill>
                  <a:schemeClr val="bg1">
                    <a:lumMod val="95000"/>
                  </a:schemeClr>
                </a:solidFill>
              </a:defRPr>
            </a:lvl4pPr>
            <a:lvl5pPr>
              <a:defRPr>
                <a:solidFill>
                  <a:schemeClr val="bg1">
                    <a:lumMod val="95000"/>
                  </a:schemeClr>
                </a:solidFill>
              </a:defRPr>
            </a:lvl5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10928511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7DE2642A-6018-4CC1-81AB-5FD8D2782D4F}" type="datetime1">
              <a:rPr lang="ru-RU"/>
              <a:t>05.10.2026</a:t>
            </a:fld>
            <a:endParaRPr lang="ru-RU"/>
          </a:p>
        </p:txBody>
      </p:sp>
      <p:sp>
        <p:nvSpPr>
          <p:cNvPr id="2056183300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58022073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26577981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>
              <a:defRPr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ва объект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13135156" name="Объект 2"/>
          <p:cNvSpPr>
            <a:spLocks noGrp="1"/>
          </p:cNvSpPr>
          <p:nvPr>
            <p:ph sz="half" idx="1"/>
          </p:nvPr>
        </p:nvSpPr>
        <p:spPr bwMode="auto">
          <a:xfrm>
            <a:off x="315387" y="1016001"/>
            <a:ext cx="5704418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92282431" name="Объект 3"/>
          <p:cNvSpPr>
            <a:spLocks noGrp="1"/>
          </p:cNvSpPr>
          <p:nvPr>
            <p:ph sz="half" idx="2"/>
          </p:nvPr>
        </p:nvSpPr>
        <p:spPr bwMode="auto">
          <a:xfrm>
            <a:off x="6172206" y="1016001"/>
            <a:ext cx="5670472" cy="5184774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6944878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3014BBE-C503-4380-A869-5EE8294FE947}" type="datetime1">
              <a:rPr lang="ru-RU"/>
              <a:t>05.10.2026</a:t>
            </a:fld>
            <a:endParaRPr lang="ru-RU"/>
          </a:p>
        </p:txBody>
      </p:sp>
      <p:sp>
        <p:nvSpPr>
          <p:cNvPr id="52732886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3381782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10137856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равн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78208333" name="Текст 2"/>
          <p:cNvSpPr>
            <a:spLocks noGrp="1"/>
          </p:cNvSpPr>
          <p:nvPr>
            <p:ph type="body" idx="1"/>
          </p:nvPr>
        </p:nvSpPr>
        <p:spPr bwMode="auto">
          <a:xfrm>
            <a:off x="315386" y="1015427"/>
            <a:ext cx="5682193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88063005" name="Объект 3"/>
          <p:cNvSpPr>
            <a:spLocks noGrp="1"/>
          </p:cNvSpPr>
          <p:nvPr>
            <p:ph sz="half" idx="2"/>
          </p:nvPr>
        </p:nvSpPr>
        <p:spPr bwMode="auto">
          <a:xfrm>
            <a:off x="349334" y="1598615"/>
            <a:ext cx="5648250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 lang="ru-RU"/>
          </a:p>
        </p:txBody>
      </p:sp>
      <p:sp>
        <p:nvSpPr>
          <p:cNvPr id="121433126" name="Текст 4"/>
          <p:cNvSpPr>
            <a:spLocks noGrp="1"/>
          </p:cNvSpPr>
          <p:nvPr>
            <p:ph type="body" sz="quarter" idx="3"/>
          </p:nvPr>
        </p:nvSpPr>
        <p:spPr bwMode="auto">
          <a:xfrm>
            <a:off x="6172205" y="1015427"/>
            <a:ext cx="5684841" cy="365125"/>
          </a:xfrm>
        </p:spPr>
        <p:txBody>
          <a:bodyPr anchor="b">
            <a:normAutofit/>
          </a:bodyPr>
          <a:lstStyle>
            <a:lvl1pPr marL="0" indent="0">
              <a:buNone/>
              <a:defRPr sz="1400" b="1"/>
            </a:lvl1pPr>
            <a:lvl2pPr marL="289378" indent="0">
              <a:buNone/>
              <a:defRPr sz="1250" b="1"/>
            </a:lvl2pPr>
            <a:lvl3pPr marL="578755" indent="0">
              <a:buNone/>
              <a:defRPr sz="1150" b="1"/>
            </a:lvl3pPr>
            <a:lvl4pPr marL="868132" indent="0">
              <a:buNone/>
              <a:defRPr sz="1000" b="1"/>
            </a:lvl4pPr>
            <a:lvl5pPr marL="1157510" indent="0">
              <a:buNone/>
              <a:defRPr sz="1000" b="1"/>
            </a:lvl5pPr>
            <a:lvl6pPr marL="1446887" indent="0">
              <a:buNone/>
              <a:defRPr sz="1000" b="1"/>
            </a:lvl6pPr>
            <a:lvl7pPr marL="1736266" indent="0">
              <a:buNone/>
              <a:defRPr sz="1000" b="1"/>
            </a:lvl7pPr>
            <a:lvl8pPr marL="2025644" indent="0">
              <a:buNone/>
              <a:defRPr sz="1000" b="1"/>
            </a:lvl8pPr>
            <a:lvl9pPr marL="2315021" indent="0">
              <a:buNone/>
              <a:defRPr sz="1000" b="1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63075779" name="Объект 5"/>
          <p:cNvSpPr>
            <a:spLocks noGrp="1"/>
          </p:cNvSpPr>
          <p:nvPr>
            <p:ph sz="quarter" idx="4"/>
          </p:nvPr>
        </p:nvSpPr>
        <p:spPr bwMode="auto">
          <a:xfrm>
            <a:off x="6172202" y="1598615"/>
            <a:ext cx="5670472" cy="460216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2700631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D568497-304A-497F-ADAE-97D3CF462C1C}" type="datetime1">
              <a:rPr lang="ru-RU"/>
              <a:t>05.10.2026</a:t>
            </a:fld>
            <a:endParaRPr lang="ru-RU"/>
          </a:p>
        </p:txBody>
      </p:sp>
      <p:sp>
        <p:nvSpPr>
          <p:cNvPr id="1323665955" name="Нижний колонтитул 4"/>
          <p:cNvSpPr>
            <a:spLocks noGrp="1"/>
          </p:cNvSpPr>
          <p:nvPr>
            <p:ph type="ftr" sz="quarter" idx="11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70471725" name="Номер слайда 5"/>
          <p:cNvSpPr>
            <a:spLocks noGrp="1"/>
          </p:cNvSpPr>
          <p:nvPr>
            <p:ph type="sldNum" sz="quarter" idx="12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542301384" name="Заголовок 1"/>
          <p:cNvSpPr>
            <a:spLocks noGrp="1"/>
          </p:cNvSpPr>
          <p:nvPr>
            <p:ph type="title"/>
          </p:nvPr>
        </p:nvSpPr>
        <p:spPr bwMode="auto">
          <a:xfrm>
            <a:off x="349334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Пустой слайд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03336759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2CB240C-04A3-49D4-83F9-87A9C6C414DC}" type="datetime1">
              <a:rPr lang="ru-RU"/>
              <a:t>05.10.2026</a:t>
            </a:fld>
            <a:endParaRPr lang="ru-RU"/>
          </a:p>
        </p:txBody>
      </p:sp>
      <p:sp>
        <p:nvSpPr>
          <p:cNvPr id="16377889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3638355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Объект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59161325" name="Заголовок 1"/>
          <p:cNvSpPr>
            <a:spLocks noGrp="1"/>
          </p:cNvSpPr>
          <p:nvPr>
            <p:ph type="title" hasCustomPrompt="1"/>
          </p:nvPr>
        </p:nvSpPr>
        <p:spPr bwMode="auto">
          <a:xfrm>
            <a:off x="334966" y="1015999"/>
            <a:ext cx="4437062" cy="1213417"/>
          </a:xfrm>
        </p:spPr>
        <p:txBody>
          <a:bodyPr anchor="b"/>
          <a:lstStyle>
            <a:lvl1pPr>
              <a:defRPr sz="2400"/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31302632" name="Объект 2"/>
          <p:cNvSpPr>
            <a:spLocks noGrp="1"/>
          </p:cNvSpPr>
          <p:nvPr>
            <p:ph idx="1"/>
          </p:nvPr>
        </p:nvSpPr>
        <p:spPr bwMode="auto">
          <a:xfrm>
            <a:off x="5183194" y="1015999"/>
            <a:ext cx="6673847" cy="5049521"/>
          </a:xfrm>
        </p:spPr>
        <p:txBody>
          <a:bodyPr>
            <a:normAutofit/>
          </a:bodyPr>
          <a:lstStyle>
            <a:lvl1pPr>
              <a:defRPr sz="1750"/>
            </a:lvl1pPr>
            <a:lvl2pPr>
              <a:defRPr sz="1500"/>
            </a:lvl2pPr>
            <a:lvl3pPr>
              <a:defRPr sz="1250"/>
            </a:lvl3pPr>
            <a:lvl4pPr>
              <a:defRPr sz="1150"/>
            </a:lvl4pPr>
            <a:lvl5pPr>
              <a:defRPr sz="1150"/>
            </a:lvl5pPr>
            <a:lvl6pPr>
              <a:defRPr sz="1250"/>
            </a:lvl6pPr>
            <a:lvl7pPr>
              <a:defRPr sz="1250"/>
            </a:lvl7pPr>
            <a:lvl8pPr>
              <a:defRPr sz="1250"/>
            </a:lvl8pPr>
            <a:lvl9pPr>
              <a:defRPr sz="12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63103486" name="Текст 3"/>
          <p:cNvSpPr>
            <a:spLocks noGrp="1"/>
          </p:cNvSpPr>
          <p:nvPr>
            <p:ph type="body" sz="half" idx="2"/>
          </p:nvPr>
        </p:nvSpPr>
        <p:spPr bwMode="auto">
          <a:xfrm>
            <a:off x="334966" y="2428239"/>
            <a:ext cx="4437062" cy="3637281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289378" indent="0">
              <a:buNone/>
              <a:defRPr sz="900"/>
            </a:lvl2pPr>
            <a:lvl3pPr marL="578755" indent="0">
              <a:buNone/>
              <a:defRPr sz="750"/>
            </a:lvl3pPr>
            <a:lvl4pPr marL="868132" indent="0">
              <a:buNone/>
              <a:defRPr sz="650"/>
            </a:lvl4pPr>
            <a:lvl5pPr marL="1157510" indent="0">
              <a:buNone/>
              <a:defRPr sz="650"/>
            </a:lvl5pPr>
            <a:lvl6pPr marL="1446887" indent="0">
              <a:buNone/>
              <a:defRPr sz="650"/>
            </a:lvl6pPr>
            <a:lvl7pPr marL="1736266" indent="0">
              <a:buNone/>
              <a:defRPr sz="650"/>
            </a:lvl7pPr>
            <a:lvl8pPr marL="2025644" indent="0">
              <a:buNone/>
              <a:defRPr sz="650"/>
            </a:lvl8pPr>
            <a:lvl9pPr marL="2315021" indent="0">
              <a:buNone/>
              <a:defRPr sz="650"/>
            </a:lvl9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86767762" name="Дата 3"/>
          <p:cNvSpPr>
            <a:spLocks noGrp="1"/>
          </p:cNvSpPr>
          <p:nvPr>
            <p:ph type="dt" sz="half" idx="10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E74468B-3512-454B-AB51-7AE95604D39E}" type="datetime1">
              <a:rPr lang="ru-RU"/>
              <a:t>05.10.2026</a:t>
            </a:fld>
            <a:endParaRPr lang="ru-RU"/>
          </a:p>
        </p:txBody>
      </p:sp>
      <p:sp>
        <p:nvSpPr>
          <p:cNvPr id="202526070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902229636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Рисунок с подписью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7242066" name="Дата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BAB2196-A440-4E25-B9FF-D0ADB01B1A15}" type="datetime1">
              <a:rPr lang="ru-RU"/>
              <a:t>05.10.2026</a:t>
            </a:fld>
            <a:endParaRPr lang="ru-RU"/>
          </a:p>
        </p:txBody>
      </p:sp>
      <p:sp>
        <p:nvSpPr>
          <p:cNvPr id="372863426" name="Нижний колонтитул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412033310" name="Заголовок 1"/>
          <p:cNvSpPr>
            <a:spLocks noGrp="1"/>
          </p:cNvSpPr>
          <p:nvPr>
            <p:ph type="ctrTitle" hasCustomPrompt="1"/>
          </p:nvPr>
        </p:nvSpPr>
        <p:spPr bwMode="auto">
          <a:xfrm>
            <a:off x="802640" y="3922529"/>
            <a:ext cx="5293359" cy="1654542"/>
          </a:xfrm>
        </p:spPr>
        <p:txBody>
          <a:bodyPr anchor="ctr" anchorCtr="0"/>
          <a:lstStyle>
            <a:lvl1pPr algn="l">
              <a:defRPr sz="28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83621774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1</a:t>
            </a:fld>
            <a:endParaRPr lang="ru-RU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одержание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4654367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7BAE699-64F9-49EF-B784-2DEF2B221955}" type="datetime1">
              <a:rPr lang="ru-RU"/>
              <a:t>05.10.2026</a:t>
            </a:fld>
            <a:endParaRPr lang="ru-RU"/>
          </a:p>
        </p:txBody>
      </p:sp>
      <p:sp>
        <p:nvSpPr>
          <p:cNvPr id="151906129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4220481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867907182" name="Текст 6"/>
          <p:cNvSpPr>
            <a:spLocks noGrp="1"/>
          </p:cNvSpPr>
          <p:nvPr>
            <p:ph type="body" sz="quarter" idx="37" hasCustomPrompt="1"/>
          </p:nvPr>
        </p:nvSpPr>
        <p:spPr bwMode="auto">
          <a:xfrm>
            <a:off x="1873541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922267748" name="Текст 9"/>
          <p:cNvSpPr>
            <a:spLocks noGrp="1"/>
          </p:cNvSpPr>
          <p:nvPr>
            <p:ph type="body" sz="quarter" idx="38" hasCustomPrompt="1"/>
          </p:nvPr>
        </p:nvSpPr>
        <p:spPr bwMode="auto">
          <a:xfrm>
            <a:off x="1873544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114115814" name="Текст 6"/>
          <p:cNvSpPr>
            <a:spLocks noGrp="1"/>
          </p:cNvSpPr>
          <p:nvPr>
            <p:ph type="body" sz="quarter" idx="39" hasCustomPrompt="1"/>
          </p:nvPr>
        </p:nvSpPr>
        <p:spPr bwMode="auto">
          <a:xfrm>
            <a:off x="1854185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702872458" name="Текст 9"/>
          <p:cNvSpPr>
            <a:spLocks noGrp="1"/>
          </p:cNvSpPr>
          <p:nvPr>
            <p:ph type="body" sz="quarter" idx="40" hasCustomPrompt="1"/>
          </p:nvPr>
        </p:nvSpPr>
        <p:spPr bwMode="auto">
          <a:xfrm>
            <a:off x="1854185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882112151" name="Текст 6"/>
          <p:cNvSpPr>
            <a:spLocks noGrp="1"/>
          </p:cNvSpPr>
          <p:nvPr>
            <p:ph type="body" sz="quarter" idx="41" hasCustomPrompt="1"/>
          </p:nvPr>
        </p:nvSpPr>
        <p:spPr bwMode="auto">
          <a:xfrm>
            <a:off x="1854185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792496394" name="Текст 9"/>
          <p:cNvSpPr>
            <a:spLocks noGrp="1"/>
          </p:cNvSpPr>
          <p:nvPr>
            <p:ph type="body" sz="quarter" idx="42" hasCustomPrompt="1"/>
          </p:nvPr>
        </p:nvSpPr>
        <p:spPr bwMode="auto">
          <a:xfrm>
            <a:off x="1854185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357097779" name="Текст 6"/>
          <p:cNvSpPr>
            <a:spLocks noGrp="1"/>
          </p:cNvSpPr>
          <p:nvPr>
            <p:ph type="body" sz="quarter" idx="43" hasCustomPrompt="1"/>
          </p:nvPr>
        </p:nvSpPr>
        <p:spPr bwMode="auto">
          <a:xfrm>
            <a:off x="7546648" y="1222713"/>
            <a:ext cx="3866856" cy="423628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464183237" name="Текст 9"/>
          <p:cNvSpPr>
            <a:spLocks noGrp="1"/>
          </p:cNvSpPr>
          <p:nvPr>
            <p:ph type="body" sz="quarter" idx="44" hasCustomPrompt="1"/>
          </p:nvPr>
        </p:nvSpPr>
        <p:spPr bwMode="auto">
          <a:xfrm>
            <a:off x="7546651" y="1790324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1701292942" name="Текст 6"/>
          <p:cNvSpPr>
            <a:spLocks noGrp="1"/>
          </p:cNvSpPr>
          <p:nvPr>
            <p:ph type="body" sz="quarter" idx="45" hasCustomPrompt="1"/>
          </p:nvPr>
        </p:nvSpPr>
        <p:spPr bwMode="auto">
          <a:xfrm>
            <a:off x="7527292" y="2826697"/>
            <a:ext cx="3866856" cy="403756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604921295" name="Текст 9"/>
          <p:cNvSpPr>
            <a:spLocks noGrp="1"/>
          </p:cNvSpPr>
          <p:nvPr>
            <p:ph type="body" sz="quarter" idx="46" hasCustomPrompt="1"/>
          </p:nvPr>
        </p:nvSpPr>
        <p:spPr bwMode="auto">
          <a:xfrm>
            <a:off x="7527292" y="3374436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943724108" name="Текст 6"/>
          <p:cNvSpPr>
            <a:spLocks noGrp="1"/>
          </p:cNvSpPr>
          <p:nvPr>
            <p:ph type="body" sz="quarter" idx="47" hasCustomPrompt="1"/>
          </p:nvPr>
        </p:nvSpPr>
        <p:spPr bwMode="auto">
          <a:xfrm>
            <a:off x="7527292" y="4410809"/>
            <a:ext cx="3866856" cy="403913"/>
          </a:xfrm>
        </p:spPr>
        <p:txBody>
          <a:bodyPr>
            <a:noAutofit/>
          </a:bodyPr>
          <a:lstStyle>
            <a:lvl1pPr marL="0" indent="0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Заголовок</a:t>
            </a:r>
            <a:endParaRPr/>
          </a:p>
        </p:txBody>
      </p:sp>
      <p:sp>
        <p:nvSpPr>
          <p:cNvPr id="1531476919" name="Текст 9"/>
          <p:cNvSpPr>
            <a:spLocks noGrp="1"/>
          </p:cNvSpPr>
          <p:nvPr>
            <p:ph type="body" sz="quarter" idx="48" hasCustomPrompt="1"/>
          </p:nvPr>
        </p:nvSpPr>
        <p:spPr bwMode="auto">
          <a:xfrm>
            <a:off x="7527292" y="4958548"/>
            <a:ext cx="3866856" cy="672075"/>
          </a:xfrm>
        </p:spPr>
        <p:txBody>
          <a:bodyPr>
            <a:normAutofit/>
          </a:bodyPr>
          <a:lstStyle>
            <a:lvl2pPr>
              <a:defRPr sz="1400"/>
            </a:lvl2pPr>
          </a:lstStyle>
          <a:p>
            <a:pPr lvl="1">
              <a:defRPr/>
            </a:pPr>
            <a:r>
              <a:rPr lang="ru-RU"/>
              <a:t>Описание</a:t>
            </a:r>
            <a:endParaRPr/>
          </a:p>
        </p:txBody>
      </p:sp>
      <p:sp>
        <p:nvSpPr>
          <p:cNvPr id="709613132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21685722" name="Текст 6"/>
          <p:cNvSpPr>
            <a:spLocks noGrp="1"/>
          </p:cNvSpPr>
          <p:nvPr>
            <p:ph type="body" sz="quarter" idx="49" hasCustomPrompt="1"/>
          </p:nvPr>
        </p:nvSpPr>
        <p:spPr bwMode="auto">
          <a:xfrm>
            <a:off x="778492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01</a:t>
            </a:r>
            <a:endParaRPr/>
          </a:p>
        </p:txBody>
      </p:sp>
      <p:sp>
        <p:nvSpPr>
          <p:cNvPr id="2074772061" name="Текст 6"/>
          <p:cNvSpPr>
            <a:spLocks noGrp="1"/>
          </p:cNvSpPr>
          <p:nvPr>
            <p:ph type="body" sz="quarter" idx="50" hasCustomPrompt="1"/>
          </p:nvPr>
        </p:nvSpPr>
        <p:spPr bwMode="auto">
          <a:xfrm>
            <a:off x="759137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02</a:t>
            </a:r>
            <a:endParaRPr/>
          </a:p>
        </p:txBody>
      </p:sp>
      <p:sp>
        <p:nvSpPr>
          <p:cNvPr id="1027152132" name="Текст 6"/>
          <p:cNvSpPr>
            <a:spLocks noGrp="1"/>
          </p:cNvSpPr>
          <p:nvPr>
            <p:ph type="body" sz="quarter" idx="51" hasCustomPrompt="1"/>
          </p:nvPr>
        </p:nvSpPr>
        <p:spPr bwMode="auto">
          <a:xfrm>
            <a:off x="759137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03</a:t>
            </a:r>
            <a:endParaRPr/>
          </a:p>
        </p:txBody>
      </p:sp>
      <p:sp>
        <p:nvSpPr>
          <p:cNvPr id="263743197" name="Текст 6"/>
          <p:cNvSpPr>
            <a:spLocks noGrp="1"/>
          </p:cNvSpPr>
          <p:nvPr>
            <p:ph type="body" sz="quarter" idx="52" hasCustomPrompt="1"/>
          </p:nvPr>
        </p:nvSpPr>
        <p:spPr bwMode="auto">
          <a:xfrm>
            <a:off x="6451600" y="1187988"/>
            <a:ext cx="771003" cy="423628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04</a:t>
            </a:r>
            <a:endParaRPr/>
          </a:p>
        </p:txBody>
      </p:sp>
      <p:sp>
        <p:nvSpPr>
          <p:cNvPr id="1116537544" name="Текст 6"/>
          <p:cNvSpPr>
            <a:spLocks noGrp="1"/>
          </p:cNvSpPr>
          <p:nvPr>
            <p:ph type="body" sz="quarter" idx="53" hasCustomPrompt="1"/>
          </p:nvPr>
        </p:nvSpPr>
        <p:spPr bwMode="auto">
          <a:xfrm>
            <a:off x="6432244" y="2791972"/>
            <a:ext cx="771003" cy="403756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05</a:t>
            </a:r>
            <a:endParaRPr/>
          </a:p>
        </p:txBody>
      </p:sp>
      <p:sp>
        <p:nvSpPr>
          <p:cNvPr id="1498846460" name="Текст 6"/>
          <p:cNvSpPr>
            <a:spLocks noGrp="1"/>
          </p:cNvSpPr>
          <p:nvPr>
            <p:ph type="body" sz="quarter" idx="54" hasCustomPrompt="1"/>
          </p:nvPr>
        </p:nvSpPr>
        <p:spPr bwMode="auto">
          <a:xfrm>
            <a:off x="6432244" y="4376084"/>
            <a:ext cx="771003" cy="403913"/>
          </a:xfrm>
        </p:spPr>
        <p:txBody>
          <a:bodyPr>
            <a:noAutofit/>
          </a:bodyPr>
          <a:lstStyle>
            <a:lvl1pPr marL="0" indent="0">
              <a:buNone/>
              <a:defRPr sz="2800" b="0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06</a:t>
            </a:r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Фотограф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429877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CAFA80CC-940E-479C-90C0-76DA923785E9}" type="datetime1">
              <a:rPr lang="ru-RU"/>
              <a:t>05.10.2026</a:t>
            </a:fld>
            <a:endParaRPr lang="ru-RU"/>
          </a:p>
        </p:txBody>
      </p:sp>
      <p:sp>
        <p:nvSpPr>
          <p:cNvPr id="1923957983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05950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80736178" name="Заголовок 1"/>
          <p:cNvSpPr>
            <a:spLocks noGrp="1"/>
          </p:cNvSpPr>
          <p:nvPr>
            <p:ph type="title"/>
          </p:nvPr>
        </p:nvSpPr>
        <p:spPr bwMode="auto">
          <a:xfrm>
            <a:off x="37268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02629280" name="Рисунок 7"/>
          <p:cNvSpPr>
            <a:spLocks noGrp="1"/>
          </p:cNvSpPr>
          <p:nvPr>
            <p:ph type="pic" sz="quarter" idx="10"/>
          </p:nvPr>
        </p:nvSpPr>
        <p:spPr bwMode="auto">
          <a:xfrm>
            <a:off x="7440147" y="1016001"/>
            <a:ext cx="4405777" cy="3078479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63090613" name="Рисунок 9"/>
          <p:cNvSpPr>
            <a:spLocks noGrp="1"/>
          </p:cNvSpPr>
          <p:nvPr>
            <p:ph type="pic" sz="quarter" idx="11"/>
          </p:nvPr>
        </p:nvSpPr>
        <p:spPr bwMode="auto">
          <a:xfrm>
            <a:off x="7440149" y="4389108"/>
            <a:ext cx="4405775" cy="1811668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1178796208" name="Рисунок 11"/>
          <p:cNvSpPr>
            <a:spLocks noGrp="1"/>
          </p:cNvSpPr>
          <p:nvPr>
            <p:ph type="pic" sz="quarter" idx="12"/>
          </p:nvPr>
        </p:nvSpPr>
        <p:spPr bwMode="auto">
          <a:xfrm>
            <a:off x="346075" y="3223948"/>
            <a:ext cx="6806142" cy="2976827"/>
          </a:xfrm>
        </p:spPr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686126613" name="Текст 15"/>
          <p:cNvSpPr>
            <a:spLocks noGrp="1"/>
          </p:cNvSpPr>
          <p:nvPr>
            <p:ph type="body" sz="quarter" idx="14"/>
          </p:nvPr>
        </p:nvSpPr>
        <p:spPr bwMode="auto">
          <a:xfrm>
            <a:off x="346075" y="1016001"/>
            <a:ext cx="6806142" cy="2029882"/>
          </a:xfr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ункты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2388142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82A4DA7B-A7D8-4443-AD1C-4C7CDC678488}" type="datetime1">
              <a:rPr lang="ru-RU"/>
              <a:t>05.10.2026</a:t>
            </a:fld>
            <a:endParaRPr lang="ru-RU"/>
          </a:p>
        </p:txBody>
      </p:sp>
      <p:sp>
        <p:nvSpPr>
          <p:cNvPr id="14356194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83345419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662825912" name="Текст 101"/>
          <p:cNvSpPr>
            <a:spLocks noGrp="1"/>
          </p:cNvSpPr>
          <p:nvPr>
            <p:ph type="body" sz="quarter" idx="14" hasCustomPrompt="1"/>
          </p:nvPr>
        </p:nvSpPr>
        <p:spPr bwMode="auto">
          <a:xfrm>
            <a:off x="1994303" y="2973742"/>
            <a:ext cx="2190810" cy="910516"/>
          </a:xfrm>
        </p:spPr>
        <p:txBody>
          <a:bodyPr/>
          <a:lstStyle>
            <a:lvl1pPr marL="0" indent="0" algn="ctr">
              <a:buNone/>
              <a:defRPr lang="ru-RU"/>
            </a:lvl1pPr>
          </a:lstStyle>
          <a:p>
            <a:pPr lvl="0">
              <a:defRPr/>
            </a:pPr>
            <a:r>
              <a:rPr lang="ru-RU"/>
              <a:t>Текст</a:t>
            </a:r>
            <a:endParaRPr/>
          </a:p>
        </p:txBody>
      </p:sp>
      <p:sp>
        <p:nvSpPr>
          <p:cNvPr id="1756439191" name="Текст 74"/>
          <p:cNvSpPr>
            <a:spLocks noGrp="1"/>
          </p:cNvSpPr>
          <p:nvPr>
            <p:ph type="body" sz="quarter" idx="15"/>
          </p:nvPr>
        </p:nvSpPr>
        <p:spPr bwMode="auto">
          <a:xfrm>
            <a:off x="6662923" y="158812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1679997" name="Текст 74"/>
          <p:cNvSpPr>
            <a:spLocks noGrp="1"/>
          </p:cNvSpPr>
          <p:nvPr>
            <p:ph type="body" sz="quarter" idx="16"/>
          </p:nvPr>
        </p:nvSpPr>
        <p:spPr bwMode="auto">
          <a:xfrm>
            <a:off x="6662923" y="2445138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3979246" name="Текст 74"/>
          <p:cNvSpPr>
            <a:spLocks noGrp="1"/>
          </p:cNvSpPr>
          <p:nvPr>
            <p:ph type="body" sz="quarter" idx="17"/>
          </p:nvPr>
        </p:nvSpPr>
        <p:spPr bwMode="auto">
          <a:xfrm>
            <a:off x="6662923" y="3302147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939999065" name="Текст 74"/>
          <p:cNvSpPr>
            <a:spLocks noGrp="1"/>
          </p:cNvSpPr>
          <p:nvPr>
            <p:ph type="body" sz="quarter" idx="18"/>
          </p:nvPr>
        </p:nvSpPr>
        <p:spPr bwMode="auto">
          <a:xfrm>
            <a:off x="6662923" y="415915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87849421" name="Текст 74"/>
          <p:cNvSpPr>
            <a:spLocks noGrp="1"/>
          </p:cNvSpPr>
          <p:nvPr>
            <p:ph type="body" sz="quarter" idx="19"/>
          </p:nvPr>
        </p:nvSpPr>
        <p:spPr bwMode="auto">
          <a:xfrm>
            <a:off x="6662923" y="5016166"/>
            <a:ext cx="4902200" cy="712587"/>
          </a:xfrm>
        </p:spPr>
        <p:txBody>
          <a:bodyPr/>
          <a:lstStyle>
            <a:lvl1pPr marL="0" indent="0">
              <a:buNone/>
              <a:defRPr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00132091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4E505DF-C567-47F2-9374-60838F800101}" type="datetime1">
              <a:rPr lang="ru-RU"/>
              <a:t>05.10.2026</a:t>
            </a:fld>
            <a:endParaRPr lang="ru-RU"/>
          </a:p>
        </p:txBody>
      </p:sp>
      <p:sp>
        <p:nvSpPr>
          <p:cNvPr id="13351108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9728941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705305823" name="Заголовок 1"/>
          <p:cNvSpPr>
            <a:spLocks noGrp="1"/>
          </p:cNvSpPr>
          <p:nvPr>
            <p:ph type="title"/>
          </p:nvPr>
        </p:nvSpPr>
        <p:spPr bwMode="auto">
          <a:xfrm>
            <a:off x="361107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7719521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26867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749249637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626932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25039807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807582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2499985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3407647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4660292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4584029"/>
            <a:ext cx="4790314" cy="1615356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79576996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5184094"/>
            <a:ext cx="4790314" cy="1015291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324569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2938A0C3-5C2F-47B8-B008-79A49A1195BA}" type="datetime1">
              <a:rPr lang="ru-RU"/>
              <a:t>05.10.2026</a:t>
            </a:fld>
            <a:endParaRPr lang="ru-RU"/>
          </a:p>
        </p:txBody>
      </p:sp>
      <p:sp>
        <p:nvSpPr>
          <p:cNvPr id="194680417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68551610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2072640671" name="Заголовок 1"/>
          <p:cNvSpPr>
            <a:spLocks noGrp="1"/>
          </p:cNvSpPr>
          <p:nvPr>
            <p:ph type="title"/>
          </p:nvPr>
        </p:nvSpPr>
        <p:spPr bwMode="auto">
          <a:xfrm>
            <a:off x="349532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390472635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01003751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95900691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41412244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14585252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879511559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4654130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5361461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Статистика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52165188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BF4F29EB-DFD0-428E-8E89-ED117A3553E3}" type="datetime1">
              <a:rPr lang="ru-RU"/>
              <a:t>05.10.2026</a:t>
            </a:fld>
            <a:endParaRPr lang="ru-RU"/>
          </a:p>
        </p:txBody>
      </p:sp>
      <p:sp>
        <p:nvSpPr>
          <p:cNvPr id="212849856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653541690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03871587" name="Заголовок 1"/>
          <p:cNvSpPr>
            <a:spLocks noGrp="1"/>
          </p:cNvSpPr>
          <p:nvPr>
            <p:ph type="title"/>
          </p:nvPr>
        </p:nvSpPr>
        <p:spPr bwMode="auto">
          <a:xfrm>
            <a:off x="367721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94779978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6683077" y="1016000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2474055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6683077" y="1395537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164757383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6683077" y="2284561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60000"/>
                    <a:lumOff val="4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4307044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6683077" y="266409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85448333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6683077" y="3553122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788073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6683077" y="3932658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80305778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6683077" y="4821684"/>
            <a:ext cx="4790314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890545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6683077" y="5201221"/>
            <a:ext cx="4790314" cy="642164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Стадии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95431588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52F0272-0FEA-44CE-966E-3D169B2F53D4}" type="datetime1">
              <a:rPr lang="ru-RU"/>
              <a:t>05.10.2026</a:t>
            </a:fld>
            <a:endParaRPr lang="ru-RU"/>
          </a:p>
        </p:txBody>
      </p:sp>
      <p:sp>
        <p:nvSpPr>
          <p:cNvPr id="10626044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070087451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115938464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346075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42789396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346075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320855630" name="Текст 35"/>
          <p:cNvSpPr>
            <a:spLocks noGrp="1"/>
          </p:cNvSpPr>
          <p:nvPr>
            <p:ph type="body" sz="quarter" idx="28"/>
          </p:nvPr>
        </p:nvSpPr>
        <p:spPr bwMode="auto">
          <a:xfrm>
            <a:off x="4832960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93569355" name="Текст 35"/>
          <p:cNvSpPr>
            <a:spLocks noGrp="1"/>
          </p:cNvSpPr>
          <p:nvPr>
            <p:ph type="body" sz="quarter" idx="29"/>
          </p:nvPr>
        </p:nvSpPr>
        <p:spPr bwMode="auto">
          <a:xfrm>
            <a:off x="4832960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563366629" name="Текст 35"/>
          <p:cNvSpPr>
            <a:spLocks noGrp="1"/>
          </p:cNvSpPr>
          <p:nvPr>
            <p:ph type="body" sz="quarter" idx="30"/>
          </p:nvPr>
        </p:nvSpPr>
        <p:spPr bwMode="auto">
          <a:xfrm>
            <a:off x="9330862" y="1024937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41530496" name="Текст 35"/>
          <p:cNvSpPr>
            <a:spLocks noGrp="1"/>
          </p:cNvSpPr>
          <p:nvPr>
            <p:ph type="body" sz="quarter" idx="31"/>
          </p:nvPr>
        </p:nvSpPr>
        <p:spPr bwMode="auto">
          <a:xfrm>
            <a:off x="9330862" y="1380939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48981309" name="Текст 35"/>
          <p:cNvSpPr>
            <a:spLocks noGrp="1"/>
          </p:cNvSpPr>
          <p:nvPr>
            <p:ph type="body" sz="quarter" idx="32"/>
          </p:nvPr>
        </p:nvSpPr>
        <p:spPr bwMode="auto">
          <a:xfrm>
            <a:off x="2593517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41664286" name="Текст 35"/>
          <p:cNvSpPr>
            <a:spLocks noGrp="1"/>
          </p:cNvSpPr>
          <p:nvPr>
            <p:ph type="body" sz="quarter" idx="33"/>
          </p:nvPr>
        </p:nvSpPr>
        <p:spPr bwMode="auto">
          <a:xfrm>
            <a:off x="2593517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098379602" name="Текст 35"/>
          <p:cNvSpPr>
            <a:spLocks noGrp="1"/>
          </p:cNvSpPr>
          <p:nvPr>
            <p:ph type="body" sz="quarter" idx="34"/>
          </p:nvPr>
        </p:nvSpPr>
        <p:spPr bwMode="auto">
          <a:xfrm>
            <a:off x="7080402" y="4358152"/>
            <a:ext cx="2526079" cy="1476687"/>
          </a:xfrm>
          <a:prstGeom prst="roundRect">
            <a:avLst>
              <a:gd name="adj" fmla="val 1588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100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346102152" name="Текст 35"/>
          <p:cNvSpPr>
            <a:spLocks noGrp="1"/>
          </p:cNvSpPr>
          <p:nvPr>
            <p:ph type="body" sz="quarter" idx="35"/>
          </p:nvPr>
        </p:nvSpPr>
        <p:spPr bwMode="auto">
          <a:xfrm>
            <a:off x="7080402" y="4714154"/>
            <a:ext cx="2526079" cy="1120685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61475389" name="Заголовок 1"/>
          <p:cNvSpPr>
            <a:spLocks noGrp="1"/>
          </p:cNvSpPr>
          <p:nvPr>
            <p:ph type="title"/>
          </p:nvPr>
        </p:nvSpPr>
        <p:spPr bwMode="auto">
          <a:xfrm>
            <a:off x="384256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Проблема и решение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4312589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062B0DBE-B5A9-470E-85A9-7CC062D5339A}" type="datetime1">
              <a:rPr lang="ru-RU"/>
              <a:t>05.10.2026</a:t>
            </a:fld>
            <a:endParaRPr lang="ru-RU"/>
          </a:p>
        </p:txBody>
      </p:sp>
      <p:sp>
        <p:nvSpPr>
          <p:cNvPr id="1689496206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36976971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354684492" name="Заголовок 1"/>
          <p:cNvSpPr>
            <a:spLocks noGrp="1"/>
          </p:cNvSpPr>
          <p:nvPr>
            <p:ph type="title"/>
          </p:nvPr>
        </p:nvSpPr>
        <p:spPr bwMode="auto">
          <a:xfrm>
            <a:off x="357650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537050408" name="Текст 35"/>
          <p:cNvSpPr>
            <a:spLocks noGrp="1"/>
          </p:cNvSpPr>
          <p:nvPr>
            <p:ph type="body" sz="quarter" idx="26" hasCustomPrompt="1"/>
          </p:nvPr>
        </p:nvSpPr>
        <p:spPr bwMode="auto">
          <a:xfrm>
            <a:off x="517027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Описание проблемы </a:t>
            </a:r>
            <a:endParaRPr/>
          </a:p>
        </p:txBody>
      </p:sp>
      <p:sp>
        <p:nvSpPr>
          <p:cNvPr id="20831291" name="Текст 35"/>
          <p:cNvSpPr>
            <a:spLocks noGrp="1"/>
          </p:cNvSpPr>
          <p:nvPr>
            <p:ph type="body" sz="quarter" idx="31" hasCustomPrompt="1"/>
          </p:nvPr>
        </p:nvSpPr>
        <p:spPr bwMode="auto">
          <a:xfrm>
            <a:off x="4464542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Примеры уже имеющихся способов решения данной проблемы</a:t>
            </a:r>
            <a:endParaRPr/>
          </a:p>
        </p:txBody>
      </p:sp>
      <p:sp>
        <p:nvSpPr>
          <p:cNvPr id="1042725103" name="Текст 35"/>
          <p:cNvSpPr>
            <a:spLocks noGrp="1"/>
          </p:cNvSpPr>
          <p:nvPr>
            <p:ph type="body" sz="quarter" idx="32" hasCustomPrompt="1"/>
          </p:nvPr>
        </p:nvSpPr>
        <p:spPr bwMode="auto">
          <a:xfrm>
            <a:off x="8385481" y="3810175"/>
            <a:ext cx="3264113" cy="2375115"/>
          </a:xfrm>
          <a:prstGeom prst="roundRect">
            <a:avLst>
              <a:gd name="adj" fmla="val 101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49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 marL="0" indent="0">
              <a:buNone/>
              <a:defRPr sz="1400" b="0">
                <a:solidFill>
                  <a:schemeClr val="bg1"/>
                </a:solidFill>
              </a:defRPr>
            </a:lvl1pPr>
          </a:lstStyle>
          <a:p>
            <a:pPr lvl="0">
              <a:defRPr/>
            </a:pPr>
            <a:r>
              <a:rPr lang="ru-RU"/>
              <a:t>Ваше предложение решения данной проблемы</a:t>
            </a:r>
            <a:endParaRPr/>
          </a:p>
        </p:txBody>
      </p:sp>
      <p:sp>
        <p:nvSpPr>
          <p:cNvPr id="212413278" name="Текст 35"/>
          <p:cNvSpPr>
            <a:spLocks noGrp="1"/>
          </p:cNvSpPr>
          <p:nvPr>
            <p:ph type="body" sz="quarter" idx="33" hasCustomPrompt="1"/>
          </p:nvPr>
        </p:nvSpPr>
        <p:spPr bwMode="auto">
          <a:xfrm>
            <a:off x="517027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Проблема</a:t>
            </a:r>
            <a:endParaRPr/>
          </a:p>
        </p:txBody>
      </p:sp>
      <p:sp>
        <p:nvSpPr>
          <p:cNvPr id="2076895940" name="Текст 35"/>
          <p:cNvSpPr>
            <a:spLocks noGrp="1"/>
          </p:cNvSpPr>
          <p:nvPr>
            <p:ph type="body" sz="quarter" idx="34" hasCustomPrompt="1"/>
          </p:nvPr>
        </p:nvSpPr>
        <p:spPr bwMode="auto">
          <a:xfrm>
            <a:off x="4464542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Альтернативные решения</a:t>
            </a:r>
            <a:endParaRPr/>
          </a:p>
        </p:txBody>
      </p:sp>
      <p:sp>
        <p:nvSpPr>
          <p:cNvPr id="1824751634" name="Текст 35"/>
          <p:cNvSpPr>
            <a:spLocks noGrp="1"/>
          </p:cNvSpPr>
          <p:nvPr>
            <p:ph type="body" sz="quarter" idx="35" hasCustomPrompt="1"/>
          </p:nvPr>
        </p:nvSpPr>
        <p:spPr bwMode="auto">
          <a:xfrm>
            <a:off x="8385481" y="3252336"/>
            <a:ext cx="3264113" cy="391783"/>
          </a:xfrm>
          <a:prstGeom prst="roundRect">
            <a:avLst>
              <a:gd name="adj" fmla="val 10167"/>
            </a:avLst>
          </a:prstGeom>
          <a:noFill/>
        </p:spPr>
        <p:txBody>
          <a:bodyPr>
            <a:noAutofit/>
          </a:bodyPr>
          <a:lstStyle>
            <a:lvl1pPr marL="0" indent="0" algn="ctr">
              <a:buNone/>
              <a:defRPr sz="16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Решение</a:t>
            </a:r>
            <a:endParaRPr/>
          </a:p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06479762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4162940" y="1264478"/>
            <a:ext cx="3866121" cy="2436377"/>
          </a:xfrm>
        </p:spPr>
      </p:sp>
      <p:sp>
        <p:nvSpPr>
          <p:cNvPr id="717428653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4D396B86-640F-4AD1-BBB2-E085B6CD8771}" type="datetime1">
              <a:rPr lang="ru-RU"/>
              <a:t>05.10.2026</a:t>
            </a:fld>
            <a:endParaRPr lang="ru-RU"/>
          </a:p>
        </p:txBody>
      </p:sp>
      <p:sp>
        <p:nvSpPr>
          <p:cNvPr id="118110315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323163083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875470756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243441176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346075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805010163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4240502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215915603" name="Текст 7"/>
          <p:cNvSpPr>
            <a:spLocks noGrp="1"/>
          </p:cNvSpPr>
          <p:nvPr>
            <p:ph type="body" sz="quarter" idx="17"/>
          </p:nvPr>
        </p:nvSpPr>
        <p:spPr bwMode="auto">
          <a:xfrm>
            <a:off x="8230203" y="4656083"/>
            <a:ext cx="3626835" cy="154469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1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66042062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3AF0E63-1EB1-47F5-B09E-CA3E5DE528F3}" type="datetime1">
              <a:rPr lang="ru-RU"/>
              <a:t>05.10.2026</a:t>
            </a:fld>
            <a:endParaRPr lang="ru-RU"/>
          </a:p>
        </p:txBody>
      </p:sp>
      <p:sp>
        <p:nvSpPr>
          <p:cNvPr id="1227583562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554626702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10891859" name="Заголовок 1"/>
          <p:cNvSpPr>
            <a:spLocks noGrp="1"/>
          </p:cNvSpPr>
          <p:nvPr>
            <p:ph type="title"/>
          </p:nvPr>
        </p:nvSpPr>
        <p:spPr bwMode="auto">
          <a:xfrm>
            <a:off x="353289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767031928" name="Текст 7"/>
          <p:cNvSpPr>
            <a:spLocks noGrp="1"/>
          </p:cNvSpPr>
          <p:nvPr>
            <p:ph type="body" sz="quarter" idx="15"/>
          </p:nvPr>
        </p:nvSpPr>
        <p:spPr bwMode="auto">
          <a:xfrm>
            <a:off x="1210643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29539246" name="Текст 7"/>
          <p:cNvSpPr>
            <a:spLocks noGrp="1"/>
          </p:cNvSpPr>
          <p:nvPr>
            <p:ph type="body" sz="quarter" idx="16"/>
          </p:nvPr>
        </p:nvSpPr>
        <p:spPr bwMode="auto">
          <a:xfrm>
            <a:off x="6857950" y="4324451"/>
            <a:ext cx="4121687" cy="1612262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75278949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210642" y="1577998"/>
            <a:ext cx="4121688" cy="2283975"/>
          </a:xfrm>
        </p:spPr>
      </p:sp>
      <p:sp>
        <p:nvSpPr>
          <p:cNvPr id="427463960" name="Picture Placeholder 1"/>
          <p:cNvSpPr>
            <a:spLocks noGrp="1"/>
          </p:cNvSpPr>
          <p:nvPr>
            <p:ph type="pic" sz="quarter" idx="18"/>
          </p:nvPr>
        </p:nvSpPr>
        <p:spPr bwMode="auto">
          <a:xfrm>
            <a:off x="6855540" y="1577998"/>
            <a:ext cx="4121688" cy="2283975"/>
          </a:xfrm>
        </p:spPr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2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46216125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5009872" y="1235915"/>
            <a:ext cx="2172255" cy="4602697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278636159" name="Текст 35"/>
          <p:cNvSpPr>
            <a:spLocks noGrp="1"/>
          </p:cNvSpPr>
          <p:nvPr>
            <p:ph type="body" sz="quarter" idx="21"/>
          </p:nvPr>
        </p:nvSpPr>
        <p:spPr bwMode="auto">
          <a:xfrm>
            <a:off x="356349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1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268791019" name="Текст 35"/>
          <p:cNvSpPr>
            <a:spLocks noGrp="1"/>
          </p:cNvSpPr>
          <p:nvPr>
            <p:ph type="body" sz="quarter" idx="18"/>
          </p:nvPr>
        </p:nvSpPr>
        <p:spPr bwMode="auto">
          <a:xfrm>
            <a:off x="356349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861198320" name="Текст 35"/>
          <p:cNvSpPr>
            <a:spLocks noGrp="1"/>
          </p:cNvSpPr>
          <p:nvPr>
            <p:ph type="body" sz="quarter" idx="22"/>
          </p:nvPr>
        </p:nvSpPr>
        <p:spPr bwMode="auto">
          <a:xfrm>
            <a:off x="8040020" y="1641283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5">
                    <a:lumMod val="20000"/>
                    <a:lumOff val="80000"/>
                  </a:schemeClr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2090125016" name="Текст 35"/>
          <p:cNvSpPr>
            <a:spLocks noGrp="1"/>
          </p:cNvSpPr>
          <p:nvPr>
            <p:ph type="body" sz="quarter" idx="23"/>
          </p:nvPr>
        </p:nvSpPr>
        <p:spPr bwMode="auto">
          <a:xfrm>
            <a:off x="8040020" y="2020820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648526428" name="Текст 35"/>
          <p:cNvSpPr>
            <a:spLocks noGrp="1"/>
          </p:cNvSpPr>
          <p:nvPr>
            <p:ph type="body" sz="quarter" idx="24"/>
          </p:nvPr>
        </p:nvSpPr>
        <p:spPr bwMode="auto">
          <a:xfrm>
            <a:off x="356349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4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987158458" name="Текст 35"/>
          <p:cNvSpPr>
            <a:spLocks noGrp="1"/>
          </p:cNvSpPr>
          <p:nvPr>
            <p:ph type="body" sz="quarter" idx="25"/>
          </p:nvPr>
        </p:nvSpPr>
        <p:spPr bwMode="auto">
          <a:xfrm>
            <a:off x="356349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1415837805" name="Текст 35"/>
          <p:cNvSpPr>
            <a:spLocks noGrp="1"/>
          </p:cNvSpPr>
          <p:nvPr>
            <p:ph type="body" sz="quarter" idx="26"/>
          </p:nvPr>
        </p:nvSpPr>
        <p:spPr bwMode="auto">
          <a:xfrm>
            <a:off x="8040020" y="3864598"/>
            <a:ext cx="3812931" cy="1021701"/>
          </a:xfrm>
          <a:prstGeom prst="roundRect">
            <a:avLst>
              <a:gd name="adj" fmla="val 16667"/>
            </a:avLst>
          </a:prstGeom>
          <a:gradFill>
            <a:gsLst>
              <a:gs pos="0">
                <a:schemeClr val="accent1">
                  <a:lumMod val="5000"/>
                  <a:lumOff val="95000"/>
                  <a:alpha val="20000"/>
                </a:schemeClr>
              </a:gs>
              <a:gs pos="65000">
                <a:schemeClr val="bg1">
                  <a:alpha val="0"/>
                </a:schemeClr>
              </a:gs>
            </a:gsLst>
            <a:lin ang="5400000" scaled="1"/>
          </a:gradFill>
        </p:spPr>
        <p:txBody>
          <a:bodyPr>
            <a:noAutofit/>
          </a:bodyPr>
          <a:lstStyle>
            <a:lvl1pPr>
              <a:defRPr sz="1800" b="1">
                <a:solidFill>
                  <a:schemeClr val="accent2"/>
                </a:solidFill>
              </a:defRPr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sp>
        <p:nvSpPr>
          <p:cNvPr id="535238497" name="Текст 35"/>
          <p:cNvSpPr>
            <a:spLocks noGrp="1"/>
          </p:cNvSpPr>
          <p:nvPr>
            <p:ph type="body" sz="quarter" idx="27"/>
          </p:nvPr>
        </p:nvSpPr>
        <p:spPr bwMode="auto">
          <a:xfrm>
            <a:off x="8040020" y="4244135"/>
            <a:ext cx="3812931" cy="1290596"/>
          </a:xfrm>
          <a:prstGeom prst="rect">
            <a:avLst/>
          </a:prstGeom>
        </p:spPr>
        <p:txBody>
          <a:bodyPr>
            <a:normAutofit/>
          </a:bodyPr>
          <a:lstStyle>
            <a:lvl1pPr>
              <a:defRPr sz="1400"/>
            </a:lvl1pPr>
          </a:lstStyle>
          <a:p>
            <a:pPr lvl="0">
              <a:defRPr/>
            </a:pPr>
            <a:r>
              <a:rPr lang="ru-RU"/>
              <a:t>Образец текста</a:t>
            </a:r>
            <a:endParaRPr/>
          </a:p>
        </p:txBody>
      </p:sp>
      <p:cxnSp>
        <p:nvCxnSpPr>
          <p:cNvPr id="342752159" name="Google Shape;2799;p94"/>
          <p:cNvCxnSpPr/>
          <p:nvPr userDrawn="1"/>
        </p:nvCxnSpPr>
        <p:spPr bwMode="auto">
          <a:xfrm>
            <a:off x="4244694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1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695697287" name="Google Shape;2799;p94"/>
          <p:cNvCxnSpPr/>
          <p:nvPr userDrawn="1"/>
        </p:nvCxnSpPr>
        <p:spPr bwMode="auto">
          <a:xfrm>
            <a:off x="4244694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/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171379775" name="Google Shape;2799;p94"/>
          <p:cNvCxnSpPr/>
          <p:nvPr userDrawn="1"/>
        </p:nvCxnSpPr>
        <p:spPr bwMode="auto">
          <a:xfrm>
            <a:off x="7250583" y="1870413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5">
                <a:lumMod val="20000"/>
                <a:lumOff val="80000"/>
              </a:schemeClr>
            </a:solidFill>
            <a:prstDash val="solid"/>
            <a:round/>
            <a:headEnd type="none" w="med" len="med"/>
            <a:tailEnd type="none" w="med" len="med"/>
          </a:ln>
        </p:spPr>
      </p:cxnSp>
      <p:cxnSp>
        <p:nvCxnSpPr>
          <p:cNvPr id="1327052810" name="Google Shape;2799;p94"/>
          <p:cNvCxnSpPr/>
          <p:nvPr userDrawn="1"/>
        </p:nvCxnSpPr>
        <p:spPr bwMode="auto">
          <a:xfrm>
            <a:off x="7250583" y="4094630"/>
            <a:ext cx="686698" cy="0"/>
          </a:xfrm>
          <a:prstGeom prst="straightConnector1">
            <a:avLst/>
          </a:prstGeom>
          <a:noFill/>
          <a:ln w="25400" cap="flat" cmpd="sng">
            <a:solidFill>
              <a:schemeClr val="accent3"/>
            </a:solidFill>
            <a:prstDash val="solid"/>
            <a:round/>
            <a:headEnd type="none" w="med" len="med"/>
            <a:tailEnd type="none" w="med" len="med"/>
          </a:ln>
        </p:spPr>
      </p:cxnSp>
      <p:sp>
        <p:nvSpPr>
          <p:cNvPr id="258978518" name="Заголовок 3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589198313" name="Дата 8"/>
          <p:cNvSpPr>
            <a:spLocks noGrp="1"/>
          </p:cNvSpPr>
          <p:nvPr>
            <p:ph type="dt" sz="half" idx="28"/>
          </p:nvPr>
        </p:nvSpPr>
        <p:spPr bwMode="auto"/>
        <p:txBody>
          <a:bodyPr/>
          <a:lstStyle/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728011595" name="Нижний колонтитул 9"/>
          <p:cNvSpPr>
            <a:spLocks noGrp="1"/>
          </p:cNvSpPr>
          <p:nvPr>
            <p:ph type="ftr" sz="quarter" idx="29"/>
          </p:nvPr>
        </p:nvSpPr>
        <p:spPr bwMode="auto"/>
        <p:txBody>
          <a:bodyPr/>
          <a:lstStyle/>
          <a:p>
            <a:pPr>
              <a:defRPr/>
            </a:pPr>
            <a:endParaRPr lang="ru-RU"/>
          </a:p>
        </p:txBody>
      </p:sp>
      <p:sp>
        <p:nvSpPr>
          <p:cNvPr id="358110987" name="Номер слайда 10"/>
          <p:cNvSpPr>
            <a:spLocks noGrp="1"/>
          </p:cNvSpPr>
          <p:nvPr>
            <p:ph type="sldNum" sz="quarter" idx="30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userDrawn="1">
  <p:cSld name="3_Демо_1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9742231" name="Picture Placeholder 1"/>
          <p:cNvSpPr>
            <a:spLocks noGrp="1"/>
          </p:cNvSpPr>
          <p:nvPr>
            <p:ph type="pic" sz="quarter" idx="14"/>
          </p:nvPr>
        </p:nvSpPr>
        <p:spPr bwMode="auto">
          <a:xfrm>
            <a:off x="1001459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031844001" name="Picture Placeholder 1"/>
          <p:cNvSpPr>
            <a:spLocks noGrp="1"/>
          </p:cNvSpPr>
          <p:nvPr>
            <p:ph type="pic" sz="quarter" idx="15"/>
          </p:nvPr>
        </p:nvSpPr>
        <p:spPr bwMode="auto">
          <a:xfrm>
            <a:off x="3831097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1600626453" name="Picture Placeholder 1"/>
          <p:cNvSpPr>
            <a:spLocks noGrp="1"/>
          </p:cNvSpPr>
          <p:nvPr>
            <p:ph type="pic" sz="quarter" idx="16"/>
          </p:nvPr>
        </p:nvSpPr>
        <p:spPr bwMode="auto">
          <a:xfrm>
            <a:off x="6660734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54400694" name="Picture Placeholder 1"/>
          <p:cNvSpPr>
            <a:spLocks noGrp="1"/>
          </p:cNvSpPr>
          <p:nvPr>
            <p:ph type="pic" sz="quarter" idx="17"/>
          </p:nvPr>
        </p:nvSpPr>
        <p:spPr bwMode="auto">
          <a:xfrm>
            <a:off x="9490368" y="1038224"/>
            <a:ext cx="1726214" cy="3657600"/>
          </a:xfrm>
          <a:prstGeom prst="roundRect">
            <a:avLst>
              <a:gd name="adj" fmla="val 12528"/>
            </a:avLst>
          </a:prstGeom>
          <a:noFill/>
        </p:spPr>
      </p:sp>
      <p:sp>
        <p:nvSpPr>
          <p:cNvPr id="776155360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DC8C16AD-D907-4463-BE30-FCBB33ACAE3F}" type="datetime1">
              <a:rPr lang="ru-RU"/>
              <a:t>05.10.2026</a:t>
            </a:fld>
            <a:endParaRPr lang="ru-RU"/>
          </a:p>
        </p:txBody>
      </p:sp>
      <p:sp>
        <p:nvSpPr>
          <p:cNvPr id="70105334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280099319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&lt;#&gt;</a:t>
            </a:fld>
            <a:endParaRPr lang="ru-RU"/>
          </a:p>
        </p:txBody>
      </p:sp>
      <p:sp>
        <p:nvSpPr>
          <p:cNvPr id="1549483550" name="Текст 7"/>
          <p:cNvSpPr>
            <a:spLocks noGrp="1"/>
          </p:cNvSpPr>
          <p:nvPr>
            <p:ph type="body" sz="quarter" idx="18"/>
          </p:nvPr>
        </p:nvSpPr>
        <p:spPr bwMode="auto">
          <a:xfrm>
            <a:off x="346076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911771125" name="Текст 7"/>
          <p:cNvSpPr>
            <a:spLocks noGrp="1"/>
          </p:cNvSpPr>
          <p:nvPr>
            <p:ph type="body" sz="quarter" idx="19"/>
          </p:nvPr>
        </p:nvSpPr>
        <p:spPr bwMode="auto">
          <a:xfrm>
            <a:off x="3269562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41227089" name="Текст 7"/>
          <p:cNvSpPr>
            <a:spLocks noGrp="1"/>
          </p:cNvSpPr>
          <p:nvPr>
            <p:ph type="body" sz="quarter" idx="20"/>
          </p:nvPr>
        </p:nvSpPr>
        <p:spPr bwMode="auto">
          <a:xfrm>
            <a:off x="6193048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321670323" name="Текст 7"/>
          <p:cNvSpPr>
            <a:spLocks noGrp="1"/>
          </p:cNvSpPr>
          <p:nvPr>
            <p:ph type="body" sz="quarter" idx="21"/>
          </p:nvPr>
        </p:nvSpPr>
        <p:spPr bwMode="auto">
          <a:xfrm>
            <a:off x="9116535" y="4929435"/>
            <a:ext cx="2739248" cy="1271340"/>
          </a:xfrm>
        </p:spPr>
        <p:txBody>
          <a:bodyPr/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1695981133" name="Заголовок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0" showMasterPhAnim="0" showMasterSp="1" userDrawn="1">
  <p:cSld name="Пустой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theme" Target="../theme/theme1.xml"/><Relationship Id="rId25" Type="http://schemas.openxmlformats.org/officeDocument/2006/relationships/image" Target="../media/image1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Pr shadeToTitle="0">
        <a:blipFill rotWithShape="1">
          <a:blip r:embed="rId25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56966687" name="Заголовок 1"/>
          <p:cNvSpPr>
            <a:spLocks noGrp="1"/>
          </p:cNvSpPr>
          <p:nvPr>
            <p:ph type="title"/>
          </p:nvPr>
        </p:nvSpPr>
        <p:spPr bwMode="auto">
          <a:xfrm>
            <a:off x="346075" y="421226"/>
            <a:ext cx="9862734" cy="376138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pPr>
              <a:defRPr/>
            </a:pPr>
            <a:r>
              <a:rPr lang="ru-RU"/>
              <a:t>ОБРАЗЕЦ ЗАГОЛОВКА</a:t>
            </a:r>
            <a:endParaRPr/>
          </a:p>
        </p:txBody>
      </p:sp>
      <p:sp>
        <p:nvSpPr>
          <p:cNvPr id="1826074559" name="Текст 2"/>
          <p:cNvSpPr>
            <a:spLocks noGrp="1"/>
          </p:cNvSpPr>
          <p:nvPr>
            <p:ph type="body" idx="1"/>
          </p:nvPr>
        </p:nvSpPr>
        <p:spPr bwMode="auto">
          <a:xfrm>
            <a:off x="315392" y="1016177"/>
            <a:ext cx="11561229" cy="516079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 lang="ru-RU"/>
              <a:t>Образец текста</a:t>
            </a:r>
            <a:endParaRPr/>
          </a:p>
          <a:p>
            <a:pPr lvl="1">
              <a:defRPr/>
            </a:pPr>
            <a:r>
              <a:rPr lang="ru-RU"/>
              <a:t>Второй уровень</a:t>
            </a:r>
            <a:endParaRPr/>
          </a:p>
          <a:p>
            <a:pPr lvl="2">
              <a:defRPr/>
            </a:pPr>
            <a:r>
              <a:rPr lang="ru-RU"/>
              <a:t>Третий уровень</a:t>
            </a:r>
            <a:endParaRPr/>
          </a:p>
          <a:p>
            <a:pPr lvl="3">
              <a:defRPr/>
            </a:pPr>
            <a:r>
              <a:rPr lang="ru-RU"/>
              <a:t>Четвертый уровень</a:t>
            </a:r>
            <a:endParaRPr/>
          </a:p>
          <a:p>
            <a:pPr lvl="4">
              <a:defRPr/>
            </a:pPr>
            <a:r>
              <a:rPr lang="ru-RU"/>
              <a:t>Пятый уровень</a:t>
            </a:r>
            <a:endParaRPr/>
          </a:p>
        </p:txBody>
      </p:sp>
      <p:sp>
        <p:nvSpPr>
          <p:cNvPr id="239071074" name="Дата 3"/>
          <p:cNvSpPr>
            <a:spLocks noGrp="1"/>
          </p:cNvSpPr>
          <p:nvPr>
            <p:ph type="dt" sz="half" idx="2"/>
          </p:nvPr>
        </p:nvSpPr>
        <p:spPr bwMode="auto">
          <a:xfrm>
            <a:off x="306390" y="6356362"/>
            <a:ext cx="104766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9D490EE5-ED7D-46E8-8345-A78A0CB0F4A4}" type="datetime1">
              <a:rPr lang="ru-RU"/>
              <a:t>05.10.2026</a:t>
            </a:fld>
            <a:endParaRPr lang="ru-RU"/>
          </a:p>
        </p:txBody>
      </p:sp>
      <p:sp>
        <p:nvSpPr>
          <p:cNvPr id="1345773739" name="Нижний колонтитул 4"/>
          <p:cNvSpPr>
            <a:spLocks noGrp="1"/>
          </p:cNvSpPr>
          <p:nvPr>
            <p:ph type="ftr" sz="quarter" idx="3"/>
          </p:nvPr>
        </p:nvSpPr>
        <p:spPr bwMode="auto">
          <a:xfrm>
            <a:off x="1459571" y="6356362"/>
            <a:ext cx="9574782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75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endParaRPr lang="ru-RU"/>
          </a:p>
        </p:txBody>
      </p:sp>
      <p:sp>
        <p:nvSpPr>
          <p:cNvPr id="1877052695" name="Номер слайда 5"/>
          <p:cNvSpPr>
            <a:spLocks noGrp="1"/>
          </p:cNvSpPr>
          <p:nvPr>
            <p:ph type="sldNum" sz="quarter" idx="4"/>
          </p:nvPr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bg1">
                    <a:lumMod val="95000"/>
                  </a:schemeClr>
                </a:solidFill>
              </a:defRPr>
            </a:lvl1pPr>
          </a:lstStyle>
          <a:p>
            <a:pPr>
              <a:defRPr/>
            </a:pPr>
            <a:fld id="{52DCC5B9-D646-4B76-891F-6FF4E74E9CB4}" type="slidenum">
              <a:rPr lang="ru-RU"/>
              <a:t>6</a:t>
            </a:fld>
            <a:endParaRPr lang="ru-RU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</p:sldLayoutIdLst>
  <p:hf dt="0" ftr="0" hdr="0" sldNum="1"/>
  <p:txStyles>
    <p:titleStyle>
      <a:lvl1pPr algn="l" defTabSz="578755" rtl="0">
        <a:lnSpc>
          <a:spcPct val="90000"/>
        </a:lnSpc>
        <a:spcBef>
          <a:spcPts val="0"/>
        </a:spcBef>
        <a:buNone/>
        <a:defRPr sz="2000" b="1">
          <a:solidFill>
            <a:schemeClr val="bg1">
              <a:lumMod val="95000"/>
            </a:schemeClr>
          </a:solidFill>
          <a:latin typeface="+mj-lt"/>
          <a:ea typeface="+mj-ea"/>
          <a:cs typeface="Amatic SC"/>
        </a:defRPr>
      </a:lvl1pPr>
    </p:titleStyle>
    <p:bodyStyle>
      <a:lvl1pPr marL="144688" indent="-144688" algn="l" defTabSz="578755" rtl="0">
        <a:lnSpc>
          <a:spcPct val="90000"/>
        </a:lnSpc>
        <a:spcBef>
          <a:spcPts val="631"/>
        </a:spcBef>
        <a:buFont typeface="Arial"/>
        <a:buChar char="•"/>
        <a:defRPr sz="14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1pPr>
      <a:lvl2pPr marL="434067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25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2pPr>
      <a:lvl3pPr marL="72344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0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3pPr>
      <a:lvl4pPr marL="101282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4pPr>
      <a:lvl5pPr marL="1302200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900">
          <a:solidFill>
            <a:schemeClr val="bg1">
              <a:lumMod val="95000"/>
            </a:schemeClr>
          </a:solidFill>
          <a:latin typeface="+mn-lt"/>
          <a:ea typeface="+mn-ea"/>
          <a:cs typeface="+mn-cs"/>
        </a:defRPr>
      </a:lvl5pPr>
      <a:lvl6pPr marL="159157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880955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170334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459712" indent="-144688" algn="l" defTabSz="578755" rtl="0">
        <a:lnSpc>
          <a:spcPct val="90000"/>
        </a:lnSpc>
        <a:spcBef>
          <a:spcPts val="317"/>
        </a:spcBef>
        <a:buFont typeface="Arial"/>
        <a:buChar char="•"/>
        <a:defRPr sz="115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1pPr>
      <a:lvl2pPr marL="289378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2pPr>
      <a:lvl3pPr marL="578755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3pPr>
      <a:lvl4pPr marL="868132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4pPr>
      <a:lvl5pPr marL="1157510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5pPr>
      <a:lvl6pPr marL="1446887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6pPr>
      <a:lvl7pPr marL="1736266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7pPr>
      <a:lvl8pPr marL="2025644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8pPr>
      <a:lvl9pPr marL="2315021" algn="l" defTabSz="578755" rtl="0">
        <a:defRPr sz="11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8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0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1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5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2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3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4.png"/><Relationship Id="rId3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5.png"/><Relationship Id="rId3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image" Target="../media/image16.png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177787526" name="Заголовок 2"/>
          <p:cNvSpPr>
            <a:spLocks noGrp="1"/>
          </p:cNvSpPr>
          <p:nvPr>
            <p:ph type="ctrTitle"/>
          </p:nvPr>
        </p:nvSpPr>
        <p:spPr bwMode="auto">
          <a:xfrm>
            <a:off x="1" y="3894513"/>
            <a:ext cx="6271845" cy="1706743"/>
          </a:xfrm>
        </p:spPr>
        <p:txBody>
          <a:bodyPr/>
          <a:lstStyle/>
          <a:p>
            <a:pPr marL="268288" indent="0">
              <a:defRPr/>
            </a:pPr>
            <a:r>
              <a:t>ФСП Талант</a:t>
            </a:r>
            <a:endParaRPr lang="ru-RU" sz="4800"/>
          </a:p>
        </p:txBody>
      </p:sp>
      <p:sp>
        <p:nvSpPr>
          <p:cNvPr id="1436879255" name="Текст 4"/>
          <p:cNvSpPr>
            <a:spLocks noGrp="1"/>
          </p:cNvSpPr>
          <p:nvPr>
            <p:ph type="body" sz="quarter" idx="12"/>
          </p:nvPr>
        </p:nvSpPr>
        <p:spPr bwMode="auto">
          <a:xfrm>
            <a:off x="0" y="5659501"/>
            <a:ext cx="8930641" cy="757174"/>
          </a:xfrm>
        </p:spPr>
        <p:txBody>
          <a:bodyPr anchor="ctr">
            <a:normAutofit lnSpcReduction="10000"/>
          </a:bodyPr>
          <a:lstStyle/>
          <a:p>
            <a:pPr marL="271463" indent="-3175">
              <a:defRPr/>
            </a:pPr>
            <a:r>
              <a:rPr lang="ru-RU"/>
              <a:t>Цифровая платформа-агрегатор ИТ-вакансий </a:t>
            </a:r>
            <a:br>
              <a:rPr lang="ru-RU"/>
            </a:br>
            <a:r>
              <a:rPr lang="ru-RU"/>
              <a:t>с верифицированным профилем достижений </a:t>
            </a:r>
            <a:br>
              <a:rPr lang="ru-RU"/>
            </a:br>
            <a:r>
              <a:rPr lang="ru-RU"/>
              <a:t>участника Федерации спортивного программирования (ФСП)</a:t>
            </a:r>
            <a:endParaRPr/>
          </a:p>
        </p:txBody>
      </p:sp>
      <p:sp>
        <p:nvSpPr>
          <p:cNvPr id="277087899" name="Скругленный прямоугольник 1"/>
          <p:cNvSpPr/>
          <p:nvPr/>
        </p:nvSpPr>
        <p:spPr bwMode="auto">
          <a:xfrm>
            <a:off x="-296709" y="-313993"/>
            <a:ext cx="6125156" cy="2285622"/>
          </a:xfrm>
          <a:prstGeom prst="roundRect">
            <a:avLst>
              <a:gd name="adj" fmla="val 9821"/>
            </a:avLst>
          </a:prstGeom>
          <a:noFill/>
          <a:ln w="952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pic>
        <p:nvPicPr>
          <p:cNvPr id="1955825710" name="Рисунок 9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>
            <a:off x="346075" y="631174"/>
            <a:ext cx="4905194" cy="62003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5363902" name="Прямоугольник 2"/>
          <p:cNvSpPr/>
          <p:nvPr/>
        </p:nvSpPr>
        <p:spPr bwMode="auto">
          <a:xfrm>
            <a:off x="0" y="2971800"/>
            <a:ext cx="6456363" cy="3886200"/>
          </a:xfrm>
          <a:prstGeom prst="rect">
            <a:avLst/>
          </a:prstGeom>
          <a:solidFill>
            <a:srgbClr val="DCCEE4">
              <a:alpha val="49804"/>
            </a:srgbClr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/>
          </a:p>
        </p:txBody>
      </p:sp>
      <p:sp>
        <p:nvSpPr>
          <p:cNvPr id="791075830" name="Рисунок 1"/>
          <p:cNvSpPr>
            <a:spLocks noGrp="1"/>
          </p:cNvSpPr>
          <p:nvPr>
            <p:ph type="pic" sz="quarter" idx="10"/>
          </p:nvPr>
        </p:nvSpPr>
        <p:spPr bwMode="auto">
          <a:xfrm>
            <a:off x="0" y="335267"/>
            <a:ext cx="6456363" cy="2971784"/>
          </a:xfrm>
        </p:spPr>
        <p:txBody>
          <a:bodyPr/>
          <a:p/>
        </p:txBody>
      </p:sp>
      <p:sp>
        <p:nvSpPr>
          <p:cNvPr id="1898203353" name="Текст 8"/>
          <p:cNvSpPr txBox="1"/>
          <p:nvPr/>
        </p:nvSpPr>
        <p:spPr bwMode="auto">
          <a:xfrm>
            <a:off x="6819904" y="2303118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Краткое описание решения:</a:t>
            </a:r>
            <a:endParaRPr/>
          </a:p>
        </p:txBody>
      </p:sp>
      <p:sp>
        <p:nvSpPr>
          <p:cNvPr id="391829878" name="Текст 8"/>
          <p:cNvSpPr txBox="1"/>
          <p:nvPr/>
        </p:nvSpPr>
        <p:spPr bwMode="auto">
          <a:xfrm>
            <a:off x="6836606" y="4876070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Тест каждый раз с новыми числами. ФСП не меняет грейд. У каждой цифры есть команда проверки.</a:t>
            </a:r>
            <a:endParaRPr/>
          </a:p>
        </p:txBody>
      </p:sp>
      <p:sp>
        <p:nvSpPr>
          <p:cNvPr id="57421302" name="Текст 8"/>
          <p:cNvSpPr txBox="1"/>
          <p:nvPr/>
        </p:nvSpPr>
        <p:spPr bwMode="auto">
          <a:xfrm>
            <a:off x="334962" y="3883009"/>
            <a:ext cx="5629858" cy="2399033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Капитан: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Кол-во участников: </a:t>
            </a: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Краткое описание: заполнит владелец</a:t>
            </a:r>
            <a:endParaRPr/>
          </a:p>
          <a:p>
            <a:pPr rtl="0">
              <a:lnSpc>
                <a:spcPct val="120000"/>
              </a:lnSpc>
              <a:spcBef>
                <a:spcPts val="0"/>
              </a:spcBef>
              <a:spcAft>
                <a:spcPts val="0"/>
              </a:spcAft>
              <a:defRPr/>
            </a:pPr>
            <a:r>
              <a:rPr lang="ru-RU" b="1">
                <a:solidFill>
                  <a:schemeClr val="tx1"/>
                </a:solidFill>
              </a:rPr>
              <a:t>Город и регион: заполнит владелец</a:t>
            </a:r>
            <a:endParaRPr/>
          </a:p>
        </p:txBody>
      </p:sp>
      <p:sp>
        <p:nvSpPr>
          <p:cNvPr id="2060098203" name="Текст 8"/>
          <p:cNvSpPr txBox="1"/>
          <p:nvPr/>
        </p:nvSpPr>
        <p:spPr bwMode="auto">
          <a:xfrm>
            <a:off x="334962" y="348478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О команде</a:t>
            </a:r>
            <a:endParaRPr/>
          </a:p>
        </p:txBody>
      </p:sp>
      <p:sp>
        <p:nvSpPr>
          <p:cNvPr id="1632337005" name="Заголовок 6"/>
          <p:cNvSpPr>
            <a:spLocks noGrp="1"/>
          </p:cNvSpPr>
          <p:nvPr>
            <p:ph type="title"/>
          </p:nvPr>
        </p:nvSpPr>
        <p:spPr bwMode="auto">
          <a:xfrm>
            <a:off x="6819903" y="1039236"/>
            <a:ext cx="3636703" cy="1015128"/>
          </a:xfrm>
        </p:spPr>
        <p:txBody>
          <a:bodyPr/>
          <a:lstStyle/>
          <a:p>
            <a:pPr>
              <a:defRPr/>
            </a:pPr>
            <a:endParaRPr lang="ru-RU" sz="2400">
              <a:solidFill>
                <a:schemeClr val="accent5"/>
              </a:solidFill>
              <a:latin typeface="Montserrat"/>
            </a:endParaRPr>
          </a:p>
        </p:txBody>
      </p:sp>
      <p:cxnSp>
        <p:nvCxnSpPr>
          <p:cNvPr id="225159956" name="Прямая соединительная линия 6"/>
          <p:cNvCxnSpPr/>
          <p:nvPr/>
        </p:nvCxnSpPr>
        <p:spPr bwMode="auto">
          <a:xfrm>
            <a:off x="6880774" y="2240031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691418568" name="Прямая соединительная линия 15"/>
          <p:cNvCxnSpPr/>
          <p:nvPr/>
        </p:nvCxnSpPr>
        <p:spPr bwMode="auto">
          <a:xfrm>
            <a:off x="6897347" y="4437879"/>
            <a:ext cx="4884824" cy="0"/>
          </a:xfrm>
          <a:prstGeom prst="line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2079138183" name="Прямая соединительная линия 16"/>
          <p:cNvCxnSpPr/>
          <p:nvPr/>
        </p:nvCxnSpPr>
        <p:spPr bwMode="auto">
          <a:xfrm>
            <a:off x="395833" y="3448639"/>
            <a:ext cx="5700167" cy="0"/>
          </a:xfrm>
          <a:prstGeom prst="line">
            <a:avLst/>
          </a:prstGeom>
          <a:ln>
            <a:solidFill>
              <a:schemeClr val="accent5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422160079" name="Текст 8"/>
          <p:cNvSpPr txBox="1"/>
          <p:nvPr/>
        </p:nvSpPr>
        <p:spPr bwMode="auto">
          <a:xfrm>
            <a:off x="6819904" y="4541737"/>
            <a:ext cx="4945564" cy="668667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Уникальность решения:</a:t>
            </a:r>
            <a:endParaRPr/>
          </a:p>
        </p:txBody>
      </p:sp>
      <p:sp>
        <p:nvSpPr>
          <p:cNvPr id="1269694680" name="Текст 8"/>
          <p:cNvSpPr txBox="1"/>
          <p:nvPr/>
        </p:nvSpPr>
        <p:spPr bwMode="auto">
          <a:xfrm>
            <a:off x="6808027" y="2619903"/>
            <a:ext cx="4945565" cy="89003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Font typeface="Wingdings"/>
              <a:buNone/>
              <a:defRPr/>
            </a:pPr>
            <a:r>
              <a:rPr lang="ru-RU">
                <a:solidFill>
                  <a:schemeClr val="tx1"/>
                </a:solidFill>
              </a:rPr>
              <a:t>Работодатель сам находит человека и зовёт его с вилкой. Грейд подтверждает только тест.</a:t>
            </a:r>
            <a:endParaRPr/>
          </a:p>
        </p:txBody>
      </p:sp>
      <p:sp>
        <p:nvSpPr>
          <p:cNvPr id="1542776484" name="Номер слайда 35"/>
          <p:cNvSpPr txBox="1"/>
          <p:nvPr/>
        </p:nvSpPr>
        <p:spPr bwMode="auto">
          <a:xfrm>
            <a:off x="11413507" y="6356357"/>
            <a:ext cx="559119" cy="365125"/>
          </a:xfrm>
          <a:prstGeom prst="rect">
            <a:avLst/>
          </a:prstGeom>
        </p:spPr>
        <p:txBody>
          <a:bodyPr/>
          <a:lstStyle>
            <a:defPPr>
              <a:defRPr lang="ru-RU"/>
            </a:defPPr>
            <a:lvl1pPr marL="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1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220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32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43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549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2658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199765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6877" algn="l" defTabSz="914220" rtl="0">
              <a:defRPr sz="18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fld id="{52DCC5B9-D646-4B76-891F-6FF4E74E9CB4}" type="slidenum">
              <a:rPr lang="ru-RU" sz="1200">
                <a:solidFill>
                  <a:schemeClr val="accent5"/>
                </a:solidFill>
              </a:rPr>
              <a:t>8</a:t>
            </a:fld>
            <a:endParaRPr lang="ru-RU" sz="1200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2852881" name="Скругленный прямоугольник 55"/>
          <p:cNvSpPr/>
          <p:nvPr/>
        </p:nvSpPr>
        <p:spPr bwMode="auto">
          <a:xfrm>
            <a:off x="2651394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2782647" name="Текст 8"/>
          <p:cNvSpPr txBox="1"/>
          <p:nvPr/>
        </p:nvSpPr>
        <p:spPr bwMode="auto">
          <a:xfrm>
            <a:off x="2823678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455614498" name="Текст 8"/>
          <p:cNvSpPr txBox="1"/>
          <p:nvPr/>
        </p:nvSpPr>
        <p:spPr bwMode="auto">
          <a:xfrm>
            <a:off x="2823677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308009014" name="Скругленный прямоугольник 58"/>
          <p:cNvSpPr/>
          <p:nvPr/>
        </p:nvSpPr>
        <p:spPr bwMode="auto">
          <a:xfrm>
            <a:off x="4956712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53970231" name="Текст 8"/>
          <p:cNvSpPr txBox="1"/>
          <p:nvPr/>
        </p:nvSpPr>
        <p:spPr bwMode="auto">
          <a:xfrm>
            <a:off x="5128996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877699214" name="Текст 8"/>
          <p:cNvSpPr txBox="1"/>
          <p:nvPr/>
        </p:nvSpPr>
        <p:spPr bwMode="auto">
          <a:xfrm>
            <a:off x="5128995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795216931" name="Скругленный прямоугольник 61"/>
          <p:cNvSpPr/>
          <p:nvPr/>
        </p:nvSpPr>
        <p:spPr bwMode="auto">
          <a:xfrm>
            <a:off x="7262031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123892789" name="Текст 8"/>
          <p:cNvSpPr txBox="1"/>
          <p:nvPr/>
        </p:nvSpPr>
        <p:spPr bwMode="auto">
          <a:xfrm>
            <a:off x="7434315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2137481810" name="Текст 8"/>
          <p:cNvSpPr txBox="1"/>
          <p:nvPr/>
        </p:nvSpPr>
        <p:spPr bwMode="auto">
          <a:xfrm>
            <a:off x="7434314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495704989" name="Скругленный прямоугольник 64"/>
          <p:cNvSpPr/>
          <p:nvPr/>
        </p:nvSpPr>
        <p:spPr bwMode="auto">
          <a:xfrm>
            <a:off x="9567349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986114225" name="Текст 8"/>
          <p:cNvSpPr txBox="1"/>
          <p:nvPr/>
        </p:nvSpPr>
        <p:spPr bwMode="auto">
          <a:xfrm>
            <a:off x="9739633" y="4250028"/>
            <a:ext cx="1894354" cy="162461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Bef>
                <a:spcPts val="60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>
              <a:spcBef>
                <a:spcPts val="0"/>
              </a:spcBef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 lang="ru-RU" sz="1200">
              <a:solidFill>
                <a:schemeClr val="tx1"/>
              </a:solidFill>
            </a:endParaRPr>
          </a:p>
        </p:txBody>
      </p:sp>
      <p:sp>
        <p:nvSpPr>
          <p:cNvPr id="314564340" name="Текст 8"/>
          <p:cNvSpPr txBox="1"/>
          <p:nvPr/>
        </p:nvSpPr>
        <p:spPr bwMode="auto">
          <a:xfrm>
            <a:off x="9739632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  <p:sp>
        <p:nvSpPr>
          <p:cNvPr id="1074551726" name="Скругленный прямоугольник 16"/>
          <p:cNvSpPr/>
          <p:nvPr/>
        </p:nvSpPr>
        <p:spPr bwMode="auto">
          <a:xfrm>
            <a:off x="346076" y="1522006"/>
            <a:ext cx="2192713" cy="4834351"/>
          </a:xfrm>
          <a:prstGeom prst="roundRect">
            <a:avLst>
              <a:gd name="adj" fmla="val 9821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556037873" name="Скругленный прямоугольник 12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2837037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9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445448399" name="Рисунок 1"/>
          <p:cNvSpPr>
            <a:spLocks noGrp="1"/>
          </p:cNvSpPr>
          <p:nvPr>
            <p:ph type="pic" sz="quarter" idx="4294967295"/>
          </p:nvPr>
        </p:nvSpPr>
        <p:spPr bwMode="auto">
          <a:xfrm>
            <a:off x="581397" y="1816054"/>
            <a:ext cx="1722566" cy="1552901"/>
          </a:xfrm>
        </p:spPr>
        <p:txBody>
          <a:bodyPr/>
          <a:p/>
        </p:txBody>
      </p:sp>
      <p:sp>
        <p:nvSpPr>
          <p:cNvPr id="1949760256" name="Рисунок 2"/>
          <p:cNvSpPr>
            <a:spLocks noGrp="1"/>
          </p:cNvSpPr>
          <p:nvPr>
            <p:ph type="pic" sz="quarter" idx="4294967295"/>
          </p:nvPr>
        </p:nvSpPr>
        <p:spPr bwMode="auto">
          <a:xfrm>
            <a:off x="2886467" y="1826554"/>
            <a:ext cx="1722566" cy="1542401"/>
          </a:xfrm>
        </p:spPr>
        <p:txBody>
          <a:bodyPr/>
          <a:p/>
        </p:txBody>
      </p:sp>
      <p:sp>
        <p:nvSpPr>
          <p:cNvPr id="1900966283" name="Рисунок 3"/>
          <p:cNvSpPr>
            <a:spLocks noGrp="1"/>
          </p:cNvSpPr>
          <p:nvPr>
            <p:ph type="pic" sz="quarter" idx="4294967295"/>
          </p:nvPr>
        </p:nvSpPr>
        <p:spPr bwMode="auto">
          <a:xfrm>
            <a:off x="5191784" y="1809238"/>
            <a:ext cx="1722567" cy="1559717"/>
          </a:xfrm>
        </p:spPr>
        <p:txBody>
          <a:bodyPr/>
          <a:p/>
        </p:txBody>
      </p:sp>
      <p:sp>
        <p:nvSpPr>
          <p:cNvPr id="939672998" name="Рисунок 4"/>
          <p:cNvSpPr>
            <a:spLocks noGrp="1"/>
          </p:cNvSpPr>
          <p:nvPr>
            <p:ph type="pic" sz="quarter" idx="4294967295"/>
          </p:nvPr>
        </p:nvSpPr>
        <p:spPr bwMode="auto">
          <a:xfrm>
            <a:off x="7520208" y="1809238"/>
            <a:ext cx="1722567" cy="1559717"/>
          </a:xfrm>
        </p:spPr>
        <p:txBody>
          <a:bodyPr/>
          <a:p/>
        </p:txBody>
      </p:sp>
      <p:sp>
        <p:nvSpPr>
          <p:cNvPr id="864865159" name="Рисунок 5"/>
          <p:cNvSpPr>
            <a:spLocks noGrp="1"/>
          </p:cNvSpPr>
          <p:nvPr>
            <p:ph type="pic" sz="quarter" idx="4294967295"/>
          </p:nvPr>
        </p:nvSpPr>
        <p:spPr bwMode="auto">
          <a:xfrm>
            <a:off x="9802422" y="1809238"/>
            <a:ext cx="1722566" cy="1559717"/>
          </a:xfrm>
        </p:spPr>
        <p:txBody>
          <a:bodyPr/>
          <a:p/>
        </p:txBody>
      </p:sp>
      <p:sp>
        <p:nvSpPr>
          <p:cNvPr id="1739125768" name="Заголовок 6"/>
          <p:cNvSpPr>
            <a:spLocks noGrp="1"/>
          </p:cNvSpPr>
          <p:nvPr>
            <p:ph type="title"/>
          </p:nvPr>
        </p:nvSpPr>
        <p:spPr bwMode="auto">
          <a:xfrm>
            <a:off x="51835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Команда</a:t>
            </a:r>
            <a:endParaRPr lang="ru-RU">
              <a:latin typeface="Montserrat"/>
            </a:endParaRPr>
          </a:p>
        </p:txBody>
      </p:sp>
      <p:sp>
        <p:nvSpPr>
          <p:cNvPr id="212385793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18360" y="4250028"/>
            <a:ext cx="1894354" cy="1624612"/>
          </a:xfrm>
        </p:spPr>
        <p:txBody>
          <a:bodyPr>
            <a:normAutofit/>
          </a:bodyPr>
          <a:lstStyle/>
          <a:p>
            <a:pPr rtl="0">
              <a:spcBef>
                <a:spcPts val="60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Роль в команде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Ник в мессенджере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Номер телефона</a:t>
            </a:r>
            <a:endParaRPr/>
          </a:p>
          <a:p>
            <a:pPr rtl="0">
              <a:spcBef>
                <a:spcPts val="0"/>
              </a:spcBef>
              <a:spcAft>
                <a:spcPts val="0"/>
              </a:spcAft>
              <a:buFont typeface="Arial"/>
              <a:buChar char="•"/>
              <a:defRPr/>
            </a:pPr>
            <a:r>
              <a:rPr lang="ru-RU" sz="1200">
                <a:solidFill>
                  <a:schemeClr val="tx1"/>
                </a:solidFill>
              </a:rPr>
              <a:t>Место работы/учебы</a:t>
            </a:r>
            <a:endParaRPr/>
          </a:p>
        </p:txBody>
      </p:sp>
      <p:sp>
        <p:nvSpPr>
          <p:cNvPr id="850512963" name="Текст 8"/>
          <p:cNvSpPr txBox="1"/>
          <p:nvPr/>
        </p:nvSpPr>
        <p:spPr bwMode="auto">
          <a:xfrm>
            <a:off x="518359" y="3622118"/>
            <a:ext cx="1722566" cy="627910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  <a:defRPr/>
            </a:pPr>
            <a:r>
              <a:rPr lang="ru-RU" sz="1600" b="1">
                <a:solidFill>
                  <a:schemeClr val="accent5"/>
                </a:solidFill>
              </a:rPr>
              <a:t>заполнит владелец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55036882" name="Скругленный прямоугольник 1"/>
          <p:cNvSpPr/>
          <p:nvPr/>
        </p:nvSpPr>
        <p:spPr bwMode="auto">
          <a:xfrm>
            <a:off x="346075" y="324562"/>
            <a:ext cx="3952656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460197056" name="Номер слайда 17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accent5"/>
                </a:solidFill>
              </a:rPr>
              <a:t>10</a:t>
            </a:fld>
            <a:endParaRPr lang="ru-RU">
              <a:solidFill>
                <a:schemeClr val="accent5"/>
              </a:solidFill>
            </a:endParaRPr>
          </a:p>
        </p:txBody>
      </p:sp>
      <p:sp>
        <p:nvSpPr>
          <p:cNvPr id="2038070293" name="Заголовок 6"/>
          <p:cNvSpPr>
            <a:spLocks noGrp="1"/>
          </p:cNvSpPr>
          <p:nvPr>
            <p:ph type="title"/>
          </p:nvPr>
        </p:nvSpPr>
        <p:spPr bwMode="auto">
          <a:xfrm>
            <a:off x="507849" y="449787"/>
            <a:ext cx="9862734" cy="376138"/>
          </a:xfrm>
        </p:spPr>
        <p:txBody>
          <a:bodyPr/>
          <a:lstStyle/>
          <a:p>
            <a:pPr>
              <a:defRPr/>
            </a:pPr>
            <a:r>
              <a:t>Как шла работа</a:t>
            </a:r>
            <a:endParaRPr lang="ru-RU">
              <a:latin typeface="Montserrat"/>
            </a:endParaRPr>
          </a:p>
        </p:txBody>
      </p:sp>
      <p:sp>
        <p:nvSpPr>
          <p:cNvPr id="938083795" name="Текст 8"/>
          <p:cNvSpPr>
            <a:spLocks noGrp="1"/>
          </p:cNvSpPr>
          <p:nvPr>
            <p:ph type="body" sz="quarter" idx="27"/>
          </p:nvPr>
        </p:nvSpPr>
        <p:spPr bwMode="auto">
          <a:xfrm>
            <a:off x="533607" y="1602273"/>
            <a:ext cx="4425822" cy="934263"/>
          </a:xfrm>
        </p:spPr>
        <p:txBody>
          <a:bodyPr>
            <a:normAutofit/>
          </a:bodyPr>
          <a:lstStyle/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заполнит владелец</a:t>
            </a:r>
            <a:endParaRPr/>
          </a:p>
        </p:txBody>
      </p:sp>
      <p:sp>
        <p:nvSpPr>
          <p:cNvPr id="1276612218" name="Текст 8"/>
          <p:cNvSpPr txBox="1"/>
          <p:nvPr/>
        </p:nvSpPr>
        <p:spPr bwMode="auto">
          <a:xfrm>
            <a:off x="533607" y="1279645"/>
            <a:ext cx="2990173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Краткая история команды:</a:t>
            </a:r>
            <a:endParaRPr/>
          </a:p>
        </p:txBody>
      </p:sp>
      <p:sp>
        <p:nvSpPr>
          <p:cNvPr id="2076718560" name="Текст 8"/>
          <p:cNvSpPr txBox="1"/>
          <p:nvPr/>
        </p:nvSpPr>
        <p:spPr bwMode="auto">
          <a:xfrm>
            <a:off x="533607" y="5139255"/>
            <a:ext cx="7318749" cy="105536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 wrap="square">
            <a:no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Одинаковые задания расходятся, поэтому числа в задаче каждый раз новые.</a:t>
            </a:r>
            <a:br>
              <a:rPr lang="ru-RU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>Разряд — факт реестра, а не расчёт по месту. Цифры печатает команда.</a:t>
            </a:r>
          </a:p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/>
            </a:r>
            <a:r>
              <a:rPr lang="en-US">
                <a:solidFill>
                  <a:schemeClr val="tx1"/>
                </a:solidFill>
              </a:rPr>
              <a:t/>
            </a:r>
            <a:br>
              <a:rPr lang="en-US">
                <a:solidFill>
                  <a:schemeClr val="tx1"/>
                </a:solidFill>
              </a:rPr>
            </a:br>
            <a:r>
              <a:rPr lang="ru-RU">
                <a:solidFill>
                  <a:schemeClr val="tx1"/>
                </a:solidFill>
              </a:rPr>
              <a:t/>
            </a:r>
            <a:endParaRPr/>
          </a:p>
        </p:txBody>
      </p:sp>
      <p:sp>
        <p:nvSpPr>
          <p:cNvPr id="1297905439" name="Текст 8"/>
          <p:cNvSpPr txBox="1"/>
          <p:nvPr/>
        </p:nvSpPr>
        <p:spPr bwMode="auto">
          <a:xfrm>
            <a:off x="533608" y="4571473"/>
            <a:ext cx="6438692" cy="629056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1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С какими основными сложностями или вызовами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вы столкнулись и как их преодолели?</a:t>
            </a:r>
            <a:endParaRPr/>
          </a:p>
        </p:txBody>
      </p:sp>
      <p:sp>
        <p:nvSpPr>
          <p:cNvPr id="780692596" name="Текст 8"/>
          <p:cNvSpPr txBox="1"/>
          <p:nvPr/>
        </p:nvSpPr>
        <p:spPr bwMode="auto">
          <a:xfrm>
            <a:off x="533607" y="3429000"/>
            <a:ext cx="4945565" cy="107852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>
                <a:solidFill>
                  <a:schemeClr val="tx1"/>
                </a:solidFill>
              </a:rPr>
              <a:t>Резюме не подтверждает навык, а протокол ФСП подтверждает. Обратный найм убирает ленту случайных откликов.</a:t>
            </a:r>
            <a:endParaRPr/>
          </a:p>
        </p:txBody>
      </p:sp>
      <p:sp>
        <p:nvSpPr>
          <p:cNvPr id="1830823363" name="Текст 8"/>
          <p:cNvSpPr txBox="1"/>
          <p:nvPr/>
        </p:nvSpPr>
        <p:spPr bwMode="auto">
          <a:xfrm>
            <a:off x="533607" y="2900091"/>
            <a:ext cx="5629858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Почему вы выбрали именно эту задачу </a:t>
            </a:r>
            <a:br>
              <a:rPr lang="ru-RU" b="1">
                <a:solidFill>
                  <a:schemeClr val="accent5"/>
                </a:solidFill>
              </a:rPr>
            </a:br>
            <a:r>
              <a:rPr lang="ru-RU" b="1">
                <a:solidFill>
                  <a:schemeClr val="accent5"/>
                </a:solidFill>
              </a:rPr>
              <a:t>из предложенных на хакатоне?</a:t>
            </a:r>
            <a:endParaRPr/>
          </a:p>
        </p:txBody>
      </p:sp>
      <p:cxnSp>
        <p:nvCxnSpPr>
          <p:cNvPr id="861409908" name="Прямая соединительная линия 4"/>
          <p:cNvCxnSpPr/>
          <p:nvPr/>
        </p:nvCxnSpPr>
        <p:spPr bwMode="auto">
          <a:xfrm>
            <a:off x="623888" y="2745690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388182128" name="Прямая соединительная линия 5"/>
          <p:cNvCxnSpPr/>
          <p:nvPr/>
        </p:nvCxnSpPr>
        <p:spPr bwMode="auto">
          <a:xfrm>
            <a:off x="623888" y="4407066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cxnSp>
        <p:nvCxnSpPr>
          <p:cNvPr id="1462073617" name="Прямая соединительная линия 7"/>
          <p:cNvCxnSpPr/>
          <p:nvPr/>
        </p:nvCxnSpPr>
        <p:spPr bwMode="auto">
          <a:xfrm>
            <a:off x="623888" y="1110074"/>
            <a:ext cx="11233150" cy="0"/>
          </a:xfrm>
          <a:prstGeom prst="line">
            <a:avLst/>
          </a:prstGeom>
          <a:ln>
            <a:solidFill>
              <a:schemeClr val="accent1"/>
            </a:solidFill>
          </a:ln>
        </p:spPr>
        <p:style>
          <a:lnRef idx="1">
            <a:schemeClr val="accent2"/>
          </a:lnRef>
          <a:fillRef idx="0">
            <a:schemeClr val="accent2"/>
          </a:fillRef>
          <a:effectRef idx="0">
            <a:schemeClr val="accent2"/>
          </a:effectRef>
          <a:fontRef idx="minor">
            <a:schemeClr val="tx1"/>
          </a:fontRef>
        </p:style>
      </p:cxnSp>
      <p:sp>
        <p:nvSpPr>
          <p:cNvPr id="165359089" name="Текст 8"/>
          <p:cNvSpPr txBox="1"/>
          <p:nvPr/>
        </p:nvSpPr>
        <p:spPr bwMode="auto">
          <a:xfrm>
            <a:off x="11015788" y="1279645"/>
            <a:ext cx="956838" cy="353935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01</a:t>
            </a:r>
            <a:endParaRPr/>
          </a:p>
        </p:txBody>
      </p:sp>
      <p:sp>
        <p:nvSpPr>
          <p:cNvPr id="1594510368" name="Текст 8"/>
          <p:cNvSpPr txBox="1"/>
          <p:nvPr/>
        </p:nvSpPr>
        <p:spPr bwMode="auto">
          <a:xfrm>
            <a:off x="11015788" y="2900091"/>
            <a:ext cx="930595" cy="528909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02</a:t>
            </a:r>
            <a:endParaRPr/>
          </a:p>
        </p:txBody>
      </p:sp>
      <p:sp>
        <p:nvSpPr>
          <p:cNvPr id="1341763016" name="Текст 8"/>
          <p:cNvSpPr txBox="1"/>
          <p:nvPr/>
        </p:nvSpPr>
        <p:spPr bwMode="auto">
          <a:xfrm>
            <a:off x="11015788" y="4571473"/>
            <a:ext cx="930596" cy="567782"/>
          </a:xfrm>
          <a:prstGeom prst="rect">
            <a:avLst/>
          </a:prstGeom>
          <a:ln>
            <a:noFill/>
          </a:ln>
        </p:spPr>
        <p:txBody>
          <a:bodyPr vert="horz" lIns="91440" tIns="45720" rIns="91440" bIns="45720" rtlCol="0">
            <a:normAutofit/>
          </a:bodyPr>
          <a:lstStyle>
            <a:lvl1pPr marL="144688" indent="-144688" algn="l" defTabSz="578755" rtl="0">
              <a:lnSpc>
                <a:spcPct val="90000"/>
              </a:lnSpc>
              <a:spcBef>
                <a:spcPts val="631"/>
              </a:spcBef>
              <a:buClr>
                <a:schemeClr val="accent1"/>
              </a:buClr>
              <a:buFont typeface="Wingdings"/>
              <a:buChar char="§"/>
              <a:defRPr sz="14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434067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25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72344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0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01282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1302200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900">
                <a:solidFill>
                  <a:schemeClr val="bg1">
                    <a:lumMod val="9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159157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1880955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2170334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2459712" indent="-144688" algn="l" defTabSz="578755" rtl="0">
              <a:lnSpc>
                <a:spcPct val="90000"/>
              </a:lnSpc>
              <a:spcBef>
                <a:spcPts val="317"/>
              </a:spcBef>
              <a:buFont typeface="Arial"/>
              <a:buChar char="•"/>
              <a:defRPr sz="115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r">
              <a:lnSpc>
                <a:spcPct val="100000"/>
              </a:lnSpc>
              <a:buNone/>
              <a:defRPr/>
            </a:pPr>
            <a:r>
              <a:rPr lang="ru-RU" b="1">
                <a:solidFill>
                  <a:schemeClr val="accent5"/>
                </a:solidFill>
              </a:rPr>
              <a:t>03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bg>
      <p:bgPr shadeToTitle="0">
        <a:blipFill rotWithShape="1">
          <a:blip r:embed="rId3">
            <a:lum/>
          </a:blip>
          <a:stretch/>
        </a:blipFill>
      </p:bgPr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246621191" name="Скругленный прямоугольник 9"/>
          <p:cNvSpPr/>
          <p:nvPr/>
        </p:nvSpPr>
        <p:spPr bwMode="auto">
          <a:xfrm>
            <a:off x="346075" y="324562"/>
            <a:ext cx="3750911" cy="620919"/>
          </a:xfrm>
          <a:prstGeom prst="roundRect">
            <a:avLst>
              <a:gd name="adj" fmla="val 18706"/>
            </a:avLst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200062839" name="Скругленный прямоугольник 23"/>
          <p:cNvSpPr/>
          <p:nvPr/>
        </p:nvSpPr>
        <p:spPr bwMode="auto">
          <a:xfrm>
            <a:off x="6230774" y="1211284"/>
            <a:ext cx="5440313" cy="4989492"/>
          </a:xfrm>
          <a:prstGeom prst="roundRect">
            <a:avLst>
              <a:gd name="adj" fmla="val 3865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115600012" name="Скругленный прямоугольник 26"/>
          <p:cNvSpPr/>
          <p:nvPr/>
        </p:nvSpPr>
        <p:spPr bwMode="auto">
          <a:xfrm>
            <a:off x="346076" y="1211284"/>
            <a:ext cx="5440313" cy="4989492"/>
          </a:xfrm>
          <a:prstGeom prst="roundRect">
            <a:avLst>
              <a:gd name="adj" fmla="val 3407"/>
            </a:avLst>
          </a:prstGeom>
          <a:solidFill>
            <a:schemeClr val="bg1"/>
          </a:solidFill>
          <a:ln w="9525" cap="flat" cmpd="sng" algn="ctr">
            <a:noFill/>
            <a:prstDash val="solid"/>
            <a:round/>
            <a:headEnd type="none" w="med" len="med"/>
            <a:tailEnd type="none" w="med" len="med"/>
          </a:ln>
        </p:spPr>
        <p:style>
          <a:lnRef idx="0">
            <a:srgbClr val="000000"/>
          </a:lnRef>
          <a:fillRef idx="0">
            <a:srgbClr val="000000"/>
          </a:fillRef>
          <a:effectRef idx="0">
            <a:srgbClr val="000000"/>
          </a:effectRef>
          <a:fontRef idx="minor">
            <a:schemeClr val="accent2"/>
          </a:fontRef>
        </p:style>
        <p:txBody>
          <a:bodyPr rtlCol="0" anchor="t"/>
          <a:lstStyle/>
          <a:p>
            <a:pPr algn="ctr">
              <a:defRPr/>
            </a:pPr>
            <a:endParaRPr lang="ru-RU" b="1">
              <a:solidFill>
                <a:schemeClr val="accent2"/>
              </a:solidFill>
            </a:endParaRPr>
          </a:p>
        </p:txBody>
      </p:sp>
      <p:sp>
        <p:nvSpPr>
          <p:cNvPr id="1616239461" name="Номер слайда 20"/>
          <p:cNvSpPr>
            <a:spLocks noGrp="1"/>
          </p:cNvSpPr>
          <p:nvPr>
            <p:ph type="sldNum" sz="quarter" idx="4"/>
          </p:nvPr>
        </p:nvSpPr>
        <p:spPr bwMode="auto"/>
        <p:txBody>
          <a:bodyPr/>
          <a:lstStyle/>
          <a:p>
            <a:pPr>
              <a:defRPr/>
            </a:pPr>
            <a:fld id="{52DCC5B9-D646-4B76-891F-6FF4E74E9CB4}" type="slidenum">
              <a:rPr lang="ru-RU">
                <a:solidFill>
                  <a:schemeClr val="bg1"/>
                </a:solidFill>
              </a:rPr>
              <a:t>11</a:t>
            </a:fld>
            <a:endParaRPr lang="ru-RU">
              <a:solidFill>
                <a:schemeClr val="bg1"/>
              </a:solidFill>
            </a:endParaRPr>
          </a:p>
        </p:txBody>
      </p:sp>
      <p:sp>
        <p:nvSpPr>
          <p:cNvPr id="398810013" name="Текст 2"/>
          <p:cNvSpPr>
            <a:spLocks noGrp="1"/>
          </p:cNvSpPr>
          <p:nvPr>
            <p:ph type="body" sz="quarter" idx="38"/>
          </p:nvPr>
        </p:nvSpPr>
        <p:spPr bwMode="auto">
          <a:xfrm>
            <a:off x="589492" y="1920927"/>
            <a:ext cx="4929861" cy="3868581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Адаптивный тест на IRT 3PL останавливается, когда грейд ясен.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Задания параметрические: числа новые, сложность общая.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Подбор раскладывается на навыки, грейд, тест и ось ФСП.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Вход через ФСП ID: OpenID Connect с PKCE.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Строка протокола — подписанное удостоверение.</a:t>
            </a:r>
          </a:p>
        </p:txBody>
      </p:sp>
      <p:sp>
        <p:nvSpPr>
          <p:cNvPr id="551494281" name="Текст 6"/>
          <p:cNvSpPr>
            <a:spLocks noGrp="1"/>
          </p:cNvSpPr>
          <p:nvPr>
            <p:ph type="body" sz="quarter" idx="42"/>
          </p:nvPr>
        </p:nvSpPr>
        <p:spPr bwMode="auto">
          <a:xfrm>
            <a:off x="6513513" y="1920927"/>
            <a:ext cx="4957144" cy="3876445"/>
          </a:xfrm>
        </p:spPr>
        <p:txBody>
          <a:bodyPr wrap="square">
            <a:normAutofit/>
          </a:bodyPr>
          <a:lstStyle/>
          <a:p>
            <a:pPr>
              <a:defRPr/>
            </a:pPr>
            <a:r>
              <a:rPr lang="ru-RU" sz="1400">
                <a:solidFill>
                  <a:schemeClr val="tx1"/>
                </a:solidFill>
              </a:rPr>
              <a:t>Работодатель зовёт подходящих, а не читает ленту откликов.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Вилка известна до начала общения.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Спортивный результат виден как подтверждение, не как грейд.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Нет истории ФСП — человек не теряет место.</a:t>
            </a:r>
            <a:br>
              <a:rPr lang="ru-RU" sz="1400">
                <a:solidFill>
                  <a:schemeClr val="tx1"/>
                </a:solidFill>
              </a:rPr>
            </a:br>
            <a:r>
              <a:rPr lang="ru-RU" sz="1400">
                <a:solidFill>
                  <a:schemeClr val="tx1"/>
                </a:solidFill>
              </a:rPr>
              <a:t>Дальше пилот с Федерацией: настоящий ФСП ID и реестр.</a:t>
            </a:r>
          </a:p>
          <a:p>
            <a:pPr marL="0" indent="0">
              <a:buNone/>
              <a:defRPr/>
            </a:pPr>
            <a:endParaRPr lang="ru-RU" sz="1400">
              <a:solidFill>
                <a:schemeClr val="tx1"/>
              </a:solidFill>
            </a:endParaRPr>
          </a:p>
        </p:txBody>
      </p:sp>
      <p:sp>
        <p:nvSpPr>
          <p:cNvPr id="2091073421" name="Заголовок 13"/>
          <p:cNvSpPr>
            <a:spLocks noGrp="1"/>
          </p:cNvSpPr>
          <p:nvPr>
            <p:ph type="title"/>
          </p:nvPr>
        </p:nvSpPr>
        <p:spPr bwMode="auto">
          <a:xfrm>
            <a:off x="525817" y="456851"/>
            <a:ext cx="9862734" cy="376138"/>
          </a:xfrm>
        </p:spPr>
        <p:txBody>
          <a:bodyPr/>
          <a:lstStyle/>
          <a:p>
            <a:pPr>
              <a:defRPr/>
            </a:pPr>
            <a:r>
              <a:rPr lang="ru-RU"/>
              <a:t>КОРОТКО О РЕШЕНИИ</a:t>
            </a:r>
            <a:endParaRPr/>
          </a:p>
        </p:txBody>
      </p:sp>
      <p:sp>
        <p:nvSpPr>
          <p:cNvPr id="1988058502" name="Текст 14"/>
          <p:cNvSpPr>
            <a:spLocks noGrp="1"/>
          </p:cNvSpPr>
          <p:nvPr>
            <p:ph type="body" sz="quarter" idx="49"/>
          </p:nvPr>
        </p:nvSpPr>
        <p:spPr bwMode="auto">
          <a:xfrm>
            <a:off x="578063" y="1476583"/>
            <a:ext cx="4929861" cy="555147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Техническая суть решения</a:t>
            </a:r>
            <a:endParaRPr/>
          </a:p>
        </p:txBody>
      </p:sp>
      <p:sp>
        <p:nvSpPr>
          <p:cNvPr id="2026087403" name="Текст 16"/>
          <p:cNvSpPr>
            <a:spLocks noGrp="1"/>
          </p:cNvSpPr>
          <p:nvPr>
            <p:ph type="body" sz="quarter" idx="51"/>
          </p:nvPr>
        </p:nvSpPr>
        <p:spPr bwMode="auto">
          <a:xfrm>
            <a:off x="6513513" y="1476583"/>
            <a:ext cx="5214724" cy="561519"/>
          </a:xfrm>
        </p:spPr>
        <p:txBody>
          <a:bodyPr/>
          <a:lstStyle/>
          <a:p>
            <a:pPr>
              <a:lnSpc>
                <a:spcPct val="100000"/>
              </a:lnSpc>
              <a:defRPr/>
            </a:pPr>
            <a:r>
              <a:rPr lang="ru-RU" sz="2000" b="1">
                <a:solidFill>
                  <a:schemeClr val="accent5"/>
                </a:solidFill>
              </a:rPr>
              <a:t>Маркетинговая суть решения</a:t>
            </a:r>
            <a:endParaRPr/>
          </a:p>
          <a:p>
            <a:pPr>
              <a:lnSpc>
                <a:spcPct val="100000"/>
              </a:lnSpc>
              <a:defRPr/>
            </a:pPr>
            <a:endParaRPr lang="ru-RU" b="1">
              <a:solidFill>
                <a:schemeClr val="accent5"/>
              </a:solidFill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20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зюме обещает, тест подтверждае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бный тест: шкала уверенности и нейтральный итог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иглашение с вилкой: имя и контакты открываются после согласи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ыученный ответ не подход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Карточка подборки: вклад теста и результатов ФСП в баллах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Жюри проходит тот же путь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Вопросы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Решение о грейде держится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Соревнования не поднимают грейд, статус не весит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роверяется в CI и на стенде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Пилот с Федерацией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Для Академия инноваторов 16_9">
  <a:themeElements>
    <a:clrScheme name="Пользовательские 2">
      <a:dk1>
        <a:srgbClr val="000000"/>
      </a:dk1>
      <a:lt1>
        <a:srgbClr val="FFFFFF"/>
      </a:lt1>
      <a:dk2>
        <a:srgbClr val="1C1D22"/>
      </a:dk2>
      <a:lt2>
        <a:srgbClr val="E5E7E9"/>
      </a:lt2>
      <a:accent1>
        <a:srgbClr val="FF0053"/>
      </a:accent1>
      <a:accent2>
        <a:srgbClr val="FFD6E3"/>
      </a:accent2>
      <a:accent3>
        <a:srgbClr val="FC3777"/>
      </a:accent3>
      <a:accent4>
        <a:srgbClr val="8A83D1"/>
      </a:accent4>
      <a:accent5>
        <a:srgbClr val="520977"/>
      </a:accent5>
      <a:accent6>
        <a:srgbClr val="2D1451"/>
      </a:accent6>
      <a:hlink>
        <a:srgbClr val="FF0053"/>
      </a:hlink>
      <a:folHlink>
        <a:srgbClr val="5D2B84"/>
      </a:folHlink>
    </a:clrScheme>
    <a:fontScheme name="Лидеры цифровой трансформации">
      <a:majorFont>
        <a:latin typeface="Montserrat"/>
        <a:ea typeface="Arial"/>
        <a:cs typeface="Arial"/>
      </a:majorFont>
      <a:minorFont>
        <a:latin typeface="Montserrat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 bwMode="auto">
        <a:prstGeom prst="rect">
          <a:avLst/>
        </a:prstGeom>
        <a:solidFill>
          <a:schemeClr val="bg1">
            <a:alpha val="0"/>
          </a:schemeClr>
        </a:solidFill>
        <a:ln w="19050">
          <a:solidFill>
            <a:schemeClr val="bg1">
              <a:alpha val="47000"/>
            </a:schemeClr>
          </a:solidFill>
        </a:ln>
      </a:spPr>
      <a:bodyPr/>
      <a:lstStyle/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/>
        <a:ea typeface="Arial"/>
        <a:cs typeface="Arial"/>
      </a:majorFont>
      <a:minorFont>
        <a:latin typeface="Calibri"/>
        <a:ea typeface="Arial"/>
        <a:cs typeface="Arial"/>
      </a:minorFont>
    </a:fontScheme>
    <a:fmtScheme name="Стандартная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0</Words>
  <Application>onlyoffice/9.2.1.1</Application>
  <PresentationFormat>On-screen Show (16:9)</PresentationFormat>
  <Paragraphs>0</Paragraphs>
  <Slides>16</Slides>
  <Notes>16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7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ФСП Талант — обратный найм</dc:title>
  <dc:creator>Konkov Dmitrij</dc:creator>
  <cp:lastModifiedBy>Konkov Dmitrij</cp:lastModifiedBy>
  <cp:revision>98</cp:revision>
  <dcterms:created xsi:type="dcterms:W3CDTF">2023-05-15T07:36:23Z</dcterms:created>
  <dcterms:modified xsi:type="dcterms:W3CDTF">2026-10-08T21:42:57Z</dcterms:modified>
  <dc:subject>ЛЦТ 2026, трек Федерации спортивного программирования</dc:subject>
  <cp:category/>
  <cp:keywords/>
  <dc:description/>
</cp:coreProperties>
</file>