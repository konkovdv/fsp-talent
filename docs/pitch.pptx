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Публичный стенд https://89-124-65-102.sslip.io. Аккаунты jury1…jury10, пароль demo12345. Инструкция запуска — docs/INSTALL.md. Стенд каждую ночь возвращается в исходное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0,632 против 0,559 у сортировки по резюме. Спирмен внутри категории 0,236 против 0,011. nDCG@10 0,649 против 0,620. Честно: строка без теста и без ФСП даёт nDCG@10 0,669, на этой разметке доказательства nDCG не поднимают. Их вклад — порядок внутри категории и меньше завышенных грейдов.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9,1 % — пар свежих заданий на код с тем же ответом (construction_check).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перед сдачей.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порога; каппа Коэна по всем парам 0,47. 65,8 % — точный грейд после пути по правилам продукта, в пределах ступени 98,8 %.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0,752. Разряд — справка реестра. Ферма из 40 участий равна пустой истории: участие не прибавляет и не отнимает.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240 запросов, 0 ответов 2xx. Больше 1000 юнит-тестов, покрытие приложения 74,7 %.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2026-10-10T21:59:11Z</dcterms:modified>
  <dc:subject>ЛЦТ 2026, трек Федерации спортивного программирования</dc:subject>
  <cp:category/>
  <cp:keywords/>
  <dc:description>pitch-html-sha256=c7b57874986e34b1111920a2534baff58d03cc1320836aeeb4434724c6fb6b18</dc:description>
</cp:coreProperties>
</file>