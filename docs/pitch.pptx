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первой десятке людей с завышенным грейдом: 19,8 % против 28,1 %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Ярус в порядок не вошёл: он теряет это совпадение.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юнит-тестов, покрытие приложения 66,1 %, сервисы 71 % и API 39 %, четыре сквозных сценария в браузере.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2026-10-08T16:50:07Z</dcterms:created>
  <dcterms:modified xsi:type="dcterms:W3CDTF">2026-10-08T16:50:07Z</dcterms:modified>
</cp:coreProperties>
</file>