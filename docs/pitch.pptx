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первой десятке людей с завышенным грейдом: 19,8 % против 28,1 % у сортировки по резюме.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Ярус в порядок не вошёл: он теряет это совпадение.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а уточняют порядок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671 юнит-тест, покрытие приложения 66,69 %, сервисы 71 % и API 41 %, четыре сквозных сценария в браузере.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стенд для команд-участников ФСП и работодателей-партнёров.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2026-10-08T09:12:08Z</dcterms:created>
  <dcterms:modified xsi:type="dcterms:W3CDTF">2026-10-08T09:12:08Z</dcterms:modified>
</cp:coreProperties>
</file>