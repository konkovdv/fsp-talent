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764 теста, покрытие приложения 68,0 %.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2026-10-09T13:34:28Z</dcterms:modified>
  <dc:subject>ЛЦТ 2026, трек Федерации спортивного программирования</dc:subject>
  <cp:category/>
  <cp:keywords/>
  <dc:description>pitch-html-sha256=d3854a711961c43b6284e7f38ff8f4076b93986e8a37b89637d0c5749499677a</dc:description>
</cp:coreProperties>
</file>