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0,240 против 0,011. nDCG@10 0,652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780 тестов, покрытие приложения 68,1 %.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2026-10-09T15:32:57Z</dcterms:modified>
  <dc:subject>ЛЦТ 2026, трек Федерации спортивного программирования</dc:subject>
  <cp:category/>
  <cp:keywords/>
  <dc:description>pitch-html-sha256=cd509244f2fb6b4a066ccce7de3c5868a9a2fd38be7ba1d5231801a87a2f742d</dc:description>
</cp:coreProperties>
</file>