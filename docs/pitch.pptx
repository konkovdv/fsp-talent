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Relationship Id="rId3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aveSubsetFonts="1">
  <p:sldMasterIdLst>
    <p:sldMasterId id="2147483648" r:id="rId1"/>
  </p:sldMasterIdLst>
  <p:notesMasterIdLst>
    <p:notesMasterId r:id="rId41"/>
  </p:notesMasterIdLst>
  <p:sldIdLst>
    <p:sldId id="262" r:id="rId10"/>
    <p:sldId id="263" r:id="rId11"/>
    <p:sldId id="264" r:id="rId12"/>
    <p:sldId id="265" r:id="rId13"/>
    <p:sldId id="266" r:id="rId14"/>
    <p:sldId id="267" r:id="rId9"/>
    <p:sldId id="268" r:id="rId8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sldSz cx="12192000" cy="6858000"/>
  <p:notesSz cx="6858000" cy="9144000"/>
  <p:defaultTextStyle>
    <a:defPPr>
      <a:defRPr lang="ru-RU"/>
    </a:defPPr>
    <a:lvl1pPr marL="0" algn="l" defTabSz="914220" rtl="0">
      <a:defRPr sz="1800">
        <a:solidFill>
          <a:schemeClr val="tx1"/>
        </a:solidFill>
        <a:latin typeface="+mn-lt"/>
        <a:ea typeface="+mn-ea"/>
        <a:cs typeface="+mn-cs"/>
      </a:defRPr>
    </a:lvl1pPr>
    <a:lvl2pPr marL="457110" algn="l" defTabSz="914220" rtl="0">
      <a:defRPr sz="1800">
        <a:solidFill>
          <a:schemeClr val="tx1"/>
        </a:solidFill>
        <a:latin typeface="+mn-lt"/>
        <a:ea typeface="+mn-ea"/>
        <a:cs typeface="+mn-cs"/>
      </a:defRPr>
    </a:lvl2pPr>
    <a:lvl3pPr marL="914220" algn="l" defTabSz="914220" rtl="0">
      <a:defRPr sz="1800">
        <a:solidFill>
          <a:schemeClr val="tx1"/>
        </a:solidFill>
        <a:latin typeface="+mn-lt"/>
        <a:ea typeface="+mn-ea"/>
        <a:cs typeface="+mn-cs"/>
      </a:defRPr>
    </a:lvl3pPr>
    <a:lvl4pPr marL="1371329" algn="l" defTabSz="914220" rtl="0">
      <a:defRPr sz="1800">
        <a:solidFill>
          <a:schemeClr val="tx1"/>
        </a:solidFill>
        <a:latin typeface="+mn-lt"/>
        <a:ea typeface="+mn-ea"/>
        <a:cs typeface="+mn-cs"/>
      </a:defRPr>
    </a:lvl4pPr>
    <a:lvl5pPr marL="1828439" algn="l" defTabSz="914220" rtl="0">
      <a:defRPr sz="1800">
        <a:solidFill>
          <a:schemeClr val="tx1"/>
        </a:solidFill>
        <a:latin typeface="+mn-lt"/>
        <a:ea typeface="+mn-ea"/>
        <a:cs typeface="+mn-cs"/>
      </a:defRPr>
    </a:lvl5pPr>
    <a:lvl6pPr marL="2285549" algn="l" defTabSz="914220" rtl="0">
      <a:defRPr sz="1800">
        <a:solidFill>
          <a:schemeClr val="tx1"/>
        </a:solidFill>
        <a:latin typeface="+mn-lt"/>
        <a:ea typeface="+mn-ea"/>
        <a:cs typeface="+mn-cs"/>
      </a:defRPr>
    </a:lvl6pPr>
    <a:lvl7pPr marL="2742658" algn="l" defTabSz="914220" rtl="0">
      <a:defRPr sz="1800">
        <a:solidFill>
          <a:schemeClr val="tx1"/>
        </a:solidFill>
        <a:latin typeface="+mn-lt"/>
        <a:ea typeface="+mn-ea"/>
        <a:cs typeface="+mn-cs"/>
      </a:defRPr>
    </a:lvl7pPr>
    <a:lvl8pPr marL="3199765" algn="l" defTabSz="914220" rtl="0">
      <a:defRPr sz="1800">
        <a:solidFill>
          <a:schemeClr val="tx1"/>
        </a:solidFill>
        <a:latin typeface="+mn-lt"/>
        <a:ea typeface="+mn-ea"/>
        <a:cs typeface="+mn-cs"/>
      </a:defRPr>
    </a:lvl8pPr>
    <a:lvl9pPr marL="3656877" algn="l" defTabSz="914220" rtl="0">
      <a:defRPr sz="18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</p:showPr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slideViewPr>
    <p:cSldViewPr showGuides="1" snapToGrid="0">
      <p:cViewPr varScale="1">
        <p:scale>
          <a:sx n="91" d="100"/>
          <a:sy n="91" d="100"/>
        </p:scale>
        <p:origin x="200" y="632"/>
      </p:cViewPr>
      <p:guideLst>
        <p:guide pos="597"/>
        <p:guide pos="3591"/>
        <p:guide pos="5496"/>
        <p:guide pos="4112"/>
        <p:guide pos="393"/>
        <p:guide pos="2160" orient="horz"/>
      </p:guideLst>
    </p:cSldViewPr>
  </p:slide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theme" Target="theme/theme2.xml"/><Relationship Id="rId8" Type="http://schemas.openxmlformats.org/officeDocument/2006/relationships/slide" Target="slides/slide7.xml"/><Relationship Id="rId9" Type="http://schemas.openxmlformats.org/officeDocument/2006/relationships/slide" Target="slides/slide6.xml"/><Relationship Id="rId10" Type="http://schemas.openxmlformats.org/officeDocument/2006/relationships/slide" Target="slides/slide1.xml"/><Relationship Id="rId11" Type="http://schemas.openxmlformats.org/officeDocument/2006/relationships/slide" Target="slides/slide2.xml"/><Relationship Id="rId12" Type="http://schemas.openxmlformats.org/officeDocument/2006/relationships/slide" Target="slides/slide3.xml"/><Relationship Id="rId13" Type="http://schemas.openxmlformats.org/officeDocument/2006/relationships/slide" Target="slides/slide4.xml"/><Relationship Id="rId14" Type="http://schemas.openxmlformats.org/officeDocument/2006/relationships/slide" Target="slides/slide5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41" Type="http://schemas.openxmlformats.org/officeDocument/2006/relationships/notesMaster" Target="notesMasters/notesMaster1.xml"/><Relationship Id="rId42" Type="http://schemas.openxmlformats.org/officeDocument/2006/relationships/presProps" Target="presProps.xml"/><Relationship Id="rId43" Type="http://schemas.openxmlformats.org/officeDocument/2006/relationships/tableStyles" Target="tableStyles.xml"/><Relationship Id="rId44" Type="http://schemas.openxmlformats.org/officeDocument/2006/relationships/viewProps" Target="viewProp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 name=""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6699290" name="Верхний колонтитул 1"/>
          <p:cNvSpPr>
            <a:spLocks noGrp="1"/>
          </p:cNvSpPr>
          <p:nvPr>
            <p:ph type="hdr" sz="quarter"/>
          </p:nvPr>
        </p:nvSpPr>
        <p:spPr bwMode="auto"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735569455" name="Дата 2"/>
          <p:cNvSpPr>
            <a:spLocks noGrp="1"/>
          </p:cNvSpPr>
          <p:nvPr>
            <p:ph type="dt" idx="1"/>
          </p:nvPr>
        </p:nvSpPr>
        <p:spPr bwMode="auto"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>
              <a:defRPr/>
            </a:pPr>
            <a:fld id="{9DA401BA-3150-4FF7-8D13-C8A64268AC63}" type="datetimeFigureOut">
              <a:rPr lang="ru-RU"/>
              <a:t>02.10.2026</a:t>
            </a:fld>
            <a:endParaRPr lang="ru-RU"/>
          </a:p>
        </p:txBody>
      </p:sp>
      <p:sp>
        <p:nvSpPr>
          <p:cNvPr id="1019053895" name="Образ слайда 3"/>
          <p:cNvSpPr>
            <a:spLocks noChangeAspect="1" noGrp="1" noRot="1"/>
          </p:cNvSpPr>
          <p:nvPr>
            <p:ph type="sldImg" idx="2"/>
          </p:nvPr>
        </p:nvSpPr>
        <p:spPr bwMode="auto"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>
              <a:defRPr/>
            </a:pPr>
            <a:endParaRPr lang="ru-RU"/>
          </a:p>
        </p:txBody>
      </p:sp>
      <p:sp>
        <p:nvSpPr>
          <p:cNvPr id="87910314" name="Заметки 4"/>
          <p:cNvSpPr>
            <a:spLocks noGrp="1"/>
          </p:cNvSpPr>
          <p:nvPr>
            <p:ph type="body" sz="quarter" idx="3"/>
          </p:nvPr>
        </p:nvSpPr>
        <p:spPr bwMode="auto"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309615501" name="Нижний колонтитул 5"/>
          <p:cNvSpPr>
            <a:spLocks noGrp="1"/>
          </p:cNvSpPr>
          <p:nvPr>
            <p:ph type="ftr" sz="quarter" idx="4"/>
          </p:nvPr>
        </p:nvSpPr>
        <p:spPr bwMode="auto"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1327884862" name="Номер слайда 6"/>
          <p:cNvSpPr>
            <a:spLocks noGrp="1"/>
          </p:cNvSpPr>
          <p:nvPr>
            <p:ph type="sldNum" sz="quarter" idx="5"/>
          </p:nvPr>
        </p:nvSpPr>
        <p:spPr bwMode="auto"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>
              <a:defRPr/>
            </a:pPr>
            <a:fld id="{3D5F3B14-7AC8-406F-A299-37D374056E4F}" type="slidenum">
              <a:rPr lang="ru-RU"/>
              <a:t>‹#›</a:t>
            </a:fld>
            <a:endParaRPr lang="ru-RU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Аккаунты jury1…jury10, пароль demo12345. Инструкция запуска — docs/INSTALL.md. Стенд каждую ночь возвращается в исходное состояние.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P@10 0,632 против 0,559 у сортировки по резюме. Спирмен внутри категории 0,240 против 0,011. nDCG@10 0,652 против 0,620.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0 % — ключ от другого экземпляра того же семейства. 91,5 % — верные решения вдали от границы грейда, 2000 кандидатов. 0,0 % — сдача middle после 20 чужих сессий.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До принятия имени и контактов нет ни в карточке, ни в ответе API. Вилка обязательна и подписана «до вычета НДФЛ».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Пробный тест: 15 заданий за 5 минут, итог с вероятностью, грейд не ставится. Ключ чужого экземпляра сдаёт 0 %.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Работодатель приглашает первым. Грейд даёт только тест. ФСП — отдельная ось. Контакты после согласия.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r>
              <a:t>Название задачи уже на слайде. Название команды владелец впишет, если оно отличается от названия решения.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A6074B4B-39AB-047E-79EB-88938F14CF38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r>
              <a:t>Суть и уникальность говорим своими словами. Блок «О команде» владелец заполняет перед сдачей.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E231E09D-B2C4-9940-0FE0-3B440CEBB76F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7128023" name="Образ слайда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796905485" name="Заметки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r>
              <a:t>Пять карточек без имён: роли на месте, имена и контакты присылает владелец.</a:t>
            </a:r>
          </a:p>
        </p:txBody>
      </p:sp>
      <p:sp>
        <p:nvSpPr>
          <p:cNvPr id="31639087" name="Номер слайда 3"/>
          <p:cNvSpPr>
            <a:spLocks noGrp="1"/>
          </p:cNvSpPr>
          <p:nvPr>
            <p:ph type="sldNum" sz="quarter" idx="5"/>
          </p:nvPr>
        </p:nvSpPr>
        <p:spPr bwMode="auto"/>
        <p:txBody>
          <a:bodyPr/>
          <a:lstStyle/>
          <a:p>
            <a:pPr>
              <a:defRPr/>
            </a:pPr>
            <a:fld id="{3D5F3B14-7AC8-406F-A299-37D374056E4F}" type="slidenum">
              <a:rPr lang="ru-RU"/>
              <a:t>9</a:t>
            </a:fld>
            <a:endParaRPr lang="ru-RU"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05791495" name="Образ слайда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230313303" name="Заметки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r>
              <a:t>Историю команды заполняет владелец. Почему эта задача и какие были сложности — уже вписаны.</a:t>
            </a:r>
          </a:p>
        </p:txBody>
      </p:sp>
      <p:sp>
        <p:nvSpPr>
          <p:cNvPr id="1644486365" name="Номер слайда 3"/>
          <p:cNvSpPr>
            <a:spLocks noGrp="1"/>
          </p:cNvSpPr>
          <p:nvPr>
            <p:ph type="sldNum" sz="quarter" idx="5"/>
          </p:nvPr>
        </p:nvSpPr>
        <p:spPr bwMode="auto"/>
        <p:txBody>
          <a:bodyPr/>
          <a:lstStyle/>
          <a:p>
            <a:pPr>
              <a:defRPr/>
            </a:pPr>
            <a:fld id="{3D5F3B14-7AC8-406F-A299-37D374056E4F}" type="slidenum">
              <a:rPr lang="ru-RU"/>
              <a:t>10</a:t>
            </a:fld>
            <a:endParaRPr lang="ru-RU"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r>
              <a:t>Техническая суть слева, пилот с Федерацией справа. На защите этот слайд — последние секунды.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13584F63-B638-7EF1-E9BE-D1C0CD4B4928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Дальше — приложение для ответов на вопросы, его на защите не показываем.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84 % — то же решение повторного теста вдали от порога. 65,1 % — точный грейд после пути по правилам продукта, в пределах ступени 98,6 %.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Спирмен нижней границы 0,707. Разряд — справка реестра. Ферма из 40 участий ниже двух побед.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Чужие идентификаторы: 124 запроса, 0 ответов 2xx. 763 теста, покрытие приложения 68,1 %.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Подключить ФСП ID и реестр по готовому контракту. Калибровка весов — на исходах приглашений.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Титульный слайд">
    <p:bg>
      <p:bgPr shadeToTitle="0">
        <a:blipFill rotWithShape="1">
          <a:blip r:embed="rId2">
            <a:lum/>
          </a:blip>
          <a:stretch/>
        </a:blip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87460415" name="Рисунок 10"/>
          <p:cNvSpPr>
            <a:spLocks noGrp="1"/>
          </p:cNvSpPr>
          <p:nvPr>
            <p:ph type="pic" sz="quarter" idx="10" hasCustomPrompt="1"/>
          </p:nvPr>
        </p:nvSpPr>
        <p:spPr bwMode="auto">
          <a:xfrm>
            <a:off x="6792000" y="395288"/>
            <a:ext cx="5400000" cy="5400000"/>
          </a:xfrm>
        </p:spPr>
        <p:txBody>
          <a:bodyPr anchor="ctr" anchorCtr="0"/>
          <a:lstStyle>
            <a:lvl1pPr>
              <a:defRPr/>
            </a:lvl1pPr>
          </a:lstStyle>
          <a:p>
            <a:pPr>
              <a:defRPr/>
            </a:pPr>
            <a:r>
              <a:rPr lang="ru-RU"/>
              <a:t>Иконка задачи</a:t>
            </a:r>
            <a:endParaRPr/>
          </a:p>
        </p:txBody>
      </p:sp>
      <p:sp>
        <p:nvSpPr>
          <p:cNvPr id="1804664269" name="Заголовок 1"/>
          <p:cNvSpPr>
            <a:spLocks noGrp="1"/>
          </p:cNvSpPr>
          <p:nvPr>
            <p:ph type="ctrTitle" hasCustomPrompt="1"/>
          </p:nvPr>
        </p:nvSpPr>
        <p:spPr bwMode="auto">
          <a:xfrm>
            <a:off x="0" y="4323440"/>
            <a:ext cx="8930641" cy="827011"/>
          </a:xfrm>
          <a:prstGeom prst="rect">
            <a:avLst/>
          </a:prstGeom>
          <a:noFill/>
        </p:spPr>
        <p:txBody>
          <a:bodyPr anchor="ctr" anchorCtr="0"/>
          <a:lstStyle>
            <a:lvl1pPr marL="0" indent="712788" algn="l">
              <a:defRPr sz="28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r>
              <a:rPr lang="ru-RU"/>
              <a:t>НАЗВАНИЕ КОМАНДЫ</a:t>
            </a:r>
            <a:endParaRPr/>
          </a:p>
        </p:txBody>
      </p:sp>
      <p:sp>
        <p:nvSpPr>
          <p:cNvPr id="1937953139" name="Рисунок 41"/>
          <p:cNvSpPr>
            <a:spLocks noGrp="1"/>
          </p:cNvSpPr>
          <p:nvPr>
            <p:ph type="pic" sz="quarter" idx="11" hasCustomPrompt="1"/>
          </p:nvPr>
        </p:nvSpPr>
        <p:spPr bwMode="auto">
          <a:xfrm>
            <a:off x="802640" y="2911980"/>
            <a:ext cx="3386773" cy="1082589"/>
          </a:xfrm>
        </p:spPr>
        <p:txBody>
          <a:bodyPr anchor="ctr" anchorCtr="0"/>
          <a:lstStyle>
            <a:lvl1pPr>
              <a:defRPr/>
            </a:lvl1pPr>
          </a:lstStyle>
          <a:p>
            <a:pPr>
              <a:defRPr/>
            </a:pPr>
            <a:r>
              <a:rPr lang="ru-RU"/>
              <a:t>Логотип/логотипы постановщика задачи</a:t>
            </a:r>
            <a:endParaRPr/>
          </a:p>
        </p:txBody>
      </p:sp>
      <p:sp>
        <p:nvSpPr>
          <p:cNvPr id="222729575" name="Текст 4"/>
          <p:cNvSpPr>
            <a:spLocks noGrp="1"/>
          </p:cNvSpPr>
          <p:nvPr>
            <p:ph type="body" sz="quarter" idx="12" hasCustomPrompt="1"/>
          </p:nvPr>
        </p:nvSpPr>
        <p:spPr bwMode="auto">
          <a:xfrm>
            <a:off x="0" y="5149851"/>
            <a:ext cx="8930641" cy="757174"/>
          </a:xfrm>
          <a:prstGeom prst="rect">
            <a:avLst/>
          </a:prstGeom>
          <a:noFill/>
        </p:spPr>
        <p:txBody>
          <a:bodyPr>
            <a:normAutofit/>
          </a:bodyPr>
          <a:lstStyle>
            <a:lvl1pPr marL="0" indent="712788">
              <a:buNone/>
              <a:defRPr sz="1800"/>
            </a:lvl1pPr>
          </a:lstStyle>
          <a:p>
            <a:pPr>
              <a:defRPr/>
            </a:pPr>
            <a:r>
              <a:rPr lang="ru-RU" sz="1600" b="0"/>
              <a:t>Номер и название задачи</a:t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1_Описание команды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5681669" name="Рисунок 10"/>
          <p:cNvSpPr>
            <a:spLocks noGrp="1"/>
          </p:cNvSpPr>
          <p:nvPr>
            <p:ph type="pic" sz="quarter" idx="10" hasCustomPrompt="1"/>
          </p:nvPr>
        </p:nvSpPr>
        <p:spPr bwMode="auto">
          <a:xfrm>
            <a:off x="6894095" y="1044081"/>
            <a:ext cx="4962943" cy="2221824"/>
          </a:xfrm>
        </p:spPr>
        <p:txBody>
          <a:bodyPr anchor="ctr" anchorCtr="0"/>
          <a:lstStyle>
            <a:lvl1pPr>
              <a:defRPr/>
            </a:lvl1pPr>
          </a:lstStyle>
          <a:p>
            <a:pPr>
              <a:defRPr/>
            </a:pPr>
            <a:r>
              <a:rPr lang="ru-RU"/>
              <a:t>Фото команды</a:t>
            </a:r>
            <a:endParaRPr/>
          </a:p>
        </p:txBody>
      </p:sp>
      <p:sp>
        <p:nvSpPr>
          <p:cNvPr id="245764098" name="Заголовок 1"/>
          <p:cNvSpPr>
            <a:spLocks noGrp="1"/>
          </p:cNvSpPr>
          <p:nvPr>
            <p:ph type="title" hasCustomPrompt="1"/>
          </p:nvPr>
        </p:nvSpPr>
        <p:spPr bwMode="auto">
          <a:xfrm>
            <a:off x="346075" y="395288"/>
            <a:ext cx="11244772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>
              <a:defRPr/>
            </a:lvl1pPr>
          </a:lstStyle>
          <a:p>
            <a:pPr>
              <a:defRPr/>
            </a:pPr>
            <a:r>
              <a:rPr lang="ru-RU"/>
              <a:t>КОМАНДА «НАЗВАНИЕ»</a:t>
            </a:r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Команда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52395984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67EB9651-F031-4963-AFE9-33BCC0E88757}" type="datetime1">
              <a:rPr lang="ru-RU"/>
              <a:t>05.10.2026</a:t>
            </a:fld>
            <a:endParaRPr lang="ru-RU"/>
          </a:p>
        </p:txBody>
      </p:sp>
      <p:sp>
        <p:nvSpPr>
          <p:cNvPr id="795469619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2099898758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4</a:t>
            </a:fld>
            <a:endParaRPr lang="ru-RU"/>
          </a:p>
        </p:txBody>
      </p:sp>
      <p:sp>
        <p:nvSpPr>
          <p:cNvPr id="1535999287" name="Заголовок 1"/>
          <p:cNvSpPr>
            <a:spLocks noGrp="1"/>
          </p:cNvSpPr>
          <p:nvPr>
            <p:ph type="title" hasCustomPrompt="1"/>
          </p:nvPr>
        </p:nvSpPr>
        <p:spPr bwMode="auto">
          <a:xfrm>
            <a:off x="346075" y="395288"/>
            <a:ext cx="11244772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>
              <a:defRPr/>
            </a:lvl1pPr>
          </a:lstStyle>
          <a:p>
            <a:pPr>
              <a:defRPr/>
            </a:pPr>
            <a:r>
              <a:rPr lang="ru-RU"/>
              <a:t>КОМАНДА «НАЗВАНИЕ»</a:t>
            </a:r>
            <a:endParaRPr/>
          </a:p>
        </p:txBody>
      </p:sp>
      <p:sp>
        <p:nvSpPr>
          <p:cNvPr id="925020604" name="Текст 35"/>
          <p:cNvSpPr>
            <a:spLocks noGrp="1"/>
          </p:cNvSpPr>
          <p:nvPr>
            <p:ph type="body" sz="quarter" idx="27" hasCustomPrompt="1"/>
          </p:nvPr>
        </p:nvSpPr>
        <p:spPr bwMode="auto">
          <a:xfrm>
            <a:off x="806323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/>
              <a:buChar char="§"/>
              <a:defRPr sz="1400"/>
            </a:lvl1pPr>
          </a:lstStyle>
          <a:p>
            <a:pPr lvl="0">
              <a:defRPr/>
            </a:pPr>
            <a:r>
              <a:rPr lang="ru-RU"/>
              <a:t>Роль в команде</a:t>
            </a:r>
            <a:endParaRPr/>
          </a:p>
          <a:p>
            <a:pPr lvl="0">
              <a:defRPr/>
            </a:pPr>
            <a:r>
              <a:rPr lang="en-US"/>
              <a:t>Telegram</a:t>
            </a:r>
            <a:endParaRPr/>
          </a:p>
          <a:p>
            <a:pPr lvl="0">
              <a:defRPr/>
            </a:pPr>
            <a:r>
              <a:rPr lang="ru-RU"/>
              <a:t>Номер</a:t>
            </a:r>
            <a:endParaRPr/>
          </a:p>
        </p:txBody>
      </p:sp>
      <p:sp>
        <p:nvSpPr>
          <p:cNvPr id="827158692" name="Текст 35"/>
          <p:cNvSpPr>
            <a:spLocks noGrp="1"/>
          </p:cNvSpPr>
          <p:nvPr>
            <p:ph type="body" sz="quarter" idx="33" hasCustomPrompt="1"/>
          </p:nvPr>
        </p:nvSpPr>
        <p:spPr bwMode="auto">
          <a:xfrm>
            <a:off x="3014568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/>
              <a:buChar char="§"/>
              <a:defRPr sz="1400"/>
            </a:lvl1pPr>
          </a:lstStyle>
          <a:p>
            <a:pPr lvl="0">
              <a:defRPr/>
            </a:pPr>
            <a:r>
              <a:rPr lang="ru-RU"/>
              <a:t>Роль в команде</a:t>
            </a:r>
            <a:endParaRPr/>
          </a:p>
          <a:p>
            <a:pPr lvl="0">
              <a:defRPr/>
            </a:pPr>
            <a:r>
              <a:rPr lang="en-US"/>
              <a:t>Telegram</a:t>
            </a:r>
            <a:endParaRPr/>
          </a:p>
          <a:p>
            <a:pPr lvl="0">
              <a:defRPr/>
            </a:pPr>
            <a:r>
              <a:rPr lang="ru-RU"/>
              <a:t>Номер</a:t>
            </a:r>
            <a:endParaRPr/>
          </a:p>
        </p:txBody>
      </p:sp>
      <p:sp>
        <p:nvSpPr>
          <p:cNvPr id="2034051461" name="Текст 35"/>
          <p:cNvSpPr>
            <a:spLocks noGrp="1"/>
          </p:cNvSpPr>
          <p:nvPr>
            <p:ph type="body" sz="quarter" idx="35" hasCustomPrompt="1"/>
          </p:nvPr>
        </p:nvSpPr>
        <p:spPr bwMode="auto">
          <a:xfrm>
            <a:off x="5191192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/>
              <a:buChar char="§"/>
              <a:defRPr sz="1400"/>
            </a:lvl1pPr>
          </a:lstStyle>
          <a:p>
            <a:pPr lvl="0">
              <a:defRPr/>
            </a:pPr>
            <a:r>
              <a:rPr lang="ru-RU"/>
              <a:t>Роль в команде</a:t>
            </a:r>
            <a:endParaRPr/>
          </a:p>
          <a:p>
            <a:pPr lvl="0">
              <a:defRPr/>
            </a:pPr>
            <a:r>
              <a:rPr lang="en-US"/>
              <a:t>Telegram</a:t>
            </a:r>
            <a:endParaRPr/>
          </a:p>
          <a:p>
            <a:pPr lvl="0">
              <a:defRPr/>
            </a:pPr>
            <a:r>
              <a:rPr lang="ru-RU"/>
              <a:t>Номер</a:t>
            </a:r>
            <a:endParaRPr/>
          </a:p>
        </p:txBody>
      </p:sp>
      <p:sp>
        <p:nvSpPr>
          <p:cNvPr id="1410716414" name="Текст 35"/>
          <p:cNvSpPr>
            <a:spLocks noGrp="1"/>
          </p:cNvSpPr>
          <p:nvPr>
            <p:ph type="body" sz="quarter" idx="37" hasCustomPrompt="1"/>
          </p:nvPr>
        </p:nvSpPr>
        <p:spPr bwMode="auto">
          <a:xfrm>
            <a:off x="7366644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/>
              <a:buChar char="§"/>
              <a:defRPr sz="1400"/>
            </a:lvl1pPr>
          </a:lstStyle>
          <a:p>
            <a:pPr lvl="0">
              <a:defRPr/>
            </a:pPr>
            <a:r>
              <a:rPr lang="ru-RU"/>
              <a:t>Роль в команде</a:t>
            </a:r>
            <a:endParaRPr/>
          </a:p>
          <a:p>
            <a:pPr lvl="0">
              <a:defRPr/>
            </a:pPr>
            <a:r>
              <a:rPr lang="en-US"/>
              <a:t>Telegram</a:t>
            </a:r>
            <a:endParaRPr/>
          </a:p>
          <a:p>
            <a:pPr lvl="0">
              <a:defRPr/>
            </a:pPr>
            <a:r>
              <a:rPr lang="ru-RU"/>
              <a:t>Номер</a:t>
            </a:r>
            <a:endParaRPr/>
          </a:p>
        </p:txBody>
      </p:sp>
      <p:sp>
        <p:nvSpPr>
          <p:cNvPr id="1321616532" name="Текст 35"/>
          <p:cNvSpPr>
            <a:spLocks noGrp="1"/>
          </p:cNvSpPr>
          <p:nvPr>
            <p:ph type="body" sz="quarter" idx="39" hasCustomPrompt="1"/>
          </p:nvPr>
        </p:nvSpPr>
        <p:spPr bwMode="auto">
          <a:xfrm>
            <a:off x="9542096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/>
              <a:buChar char="§"/>
              <a:defRPr sz="1400"/>
            </a:lvl1pPr>
          </a:lstStyle>
          <a:p>
            <a:pPr lvl="0">
              <a:defRPr/>
            </a:pPr>
            <a:r>
              <a:rPr lang="ru-RU"/>
              <a:t>Роль в команде</a:t>
            </a:r>
            <a:endParaRPr/>
          </a:p>
          <a:p>
            <a:pPr lvl="0">
              <a:defRPr/>
            </a:pPr>
            <a:r>
              <a:rPr lang="en-US"/>
              <a:t>Telegram</a:t>
            </a:r>
            <a:endParaRPr/>
          </a:p>
          <a:p>
            <a:pPr lvl="0">
              <a:defRPr/>
            </a:pPr>
            <a:r>
              <a:rPr lang="ru-RU"/>
              <a:t>Номер</a:t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Пустой с заголовком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26507836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1021F813-DBA1-42EC-A748-A9CC16659E6B}" type="datetime1">
              <a:rPr lang="ru-RU"/>
              <a:t>05.10.2026</a:t>
            </a:fld>
            <a:endParaRPr lang="ru-RU"/>
          </a:p>
        </p:txBody>
      </p:sp>
      <p:sp>
        <p:nvSpPr>
          <p:cNvPr id="869435812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1550117021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6</a:t>
            </a:fld>
            <a:endParaRPr lang="ru-RU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Заголовок и объект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85278501" name="Текст 2"/>
          <p:cNvSpPr>
            <a:spLocks noGrp="1"/>
          </p:cNvSpPr>
          <p:nvPr>
            <p:ph idx="1"/>
          </p:nvPr>
        </p:nvSpPr>
        <p:spPr bwMode="auto">
          <a:xfrm>
            <a:off x="315392" y="1016177"/>
            <a:ext cx="11561229" cy="516079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>
              <a:defRPr>
                <a:solidFill>
                  <a:schemeClr val="bg1">
                    <a:lumMod val="95000"/>
                  </a:schemeClr>
                </a:solidFill>
              </a:defRPr>
            </a:lvl1pPr>
            <a:lvl2pPr>
              <a:defRPr>
                <a:solidFill>
                  <a:schemeClr val="bg1">
                    <a:lumMod val="95000"/>
                  </a:schemeClr>
                </a:solidFill>
              </a:defRPr>
            </a:lvl2pPr>
            <a:lvl3pPr>
              <a:defRPr>
                <a:solidFill>
                  <a:schemeClr val="bg1">
                    <a:lumMod val="95000"/>
                  </a:schemeClr>
                </a:solidFill>
              </a:defRPr>
            </a:lvl3pPr>
            <a:lvl4pPr>
              <a:defRPr>
                <a:solidFill>
                  <a:schemeClr val="bg1">
                    <a:lumMod val="95000"/>
                  </a:schemeClr>
                </a:solidFill>
              </a:defRPr>
            </a:lvl4pPr>
            <a:lvl5pPr>
              <a:defRPr>
                <a:solidFill>
                  <a:schemeClr val="bg1">
                    <a:lumMod val="95000"/>
                  </a:schemeClr>
                </a:solidFill>
              </a:defRPr>
            </a:lvl5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2109285118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7DE2642A-6018-4CC1-81AB-5FD8D2782D4F}" type="datetime1">
              <a:rPr lang="ru-RU"/>
              <a:t>05.10.2026</a:t>
            </a:fld>
            <a:endParaRPr lang="ru-RU"/>
          </a:p>
        </p:txBody>
      </p:sp>
      <p:sp>
        <p:nvSpPr>
          <p:cNvPr id="2056183300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580220730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  <p:sp>
        <p:nvSpPr>
          <p:cNvPr id="1726577981" name="Заголовок 1"/>
          <p:cNvSpPr>
            <a:spLocks noGrp="1"/>
          </p:cNvSpPr>
          <p:nvPr>
            <p:ph type="title"/>
          </p:nvPr>
        </p:nvSpPr>
        <p:spPr bwMode="auto"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>
              <a:defRPr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Два объекта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13135156" name="Объект 2"/>
          <p:cNvSpPr>
            <a:spLocks noGrp="1"/>
          </p:cNvSpPr>
          <p:nvPr>
            <p:ph sz="half" idx="1"/>
          </p:nvPr>
        </p:nvSpPr>
        <p:spPr bwMode="auto">
          <a:xfrm>
            <a:off x="315387" y="1016001"/>
            <a:ext cx="5704418" cy="5184774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1892282431" name="Объект 3"/>
          <p:cNvSpPr>
            <a:spLocks noGrp="1"/>
          </p:cNvSpPr>
          <p:nvPr>
            <p:ph sz="half" idx="2"/>
          </p:nvPr>
        </p:nvSpPr>
        <p:spPr bwMode="auto">
          <a:xfrm>
            <a:off x="6172206" y="1016001"/>
            <a:ext cx="5670472" cy="5184774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269448781" name="Дата 3"/>
          <p:cNvSpPr>
            <a:spLocks noGrp="1"/>
          </p:cNvSpPr>
          <p:nvPr>
            <p:ph type="dt" sz="half" idx="10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43014BBE-C503-4380-A869-5EE8294FE947}" type="datetime1">
              <a:rPr lang="ru-RU"/>
              <a:t>05.10.2026</a:t>
            </a:fld>
            <a:endParaRPr lang="ru-RU"/>
          </a:p>
        </p:txBody>
      </p:sp>
      <p:sp>
        <p:nvSpPr>
          <p:cNvPr id="527328867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1633817822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  <p:sp>
        <p:nvSpPr>
          <p:cNvPr id="2101378566" name="Заголовок 1"/>
          <p:cNvSpPr>
            <a:spLocks noGrp="1"/>
          </p:cNvSpPr>
          <p:nvPr>
            <p:ph type="title"/>
          </p:nvPr>
        </p:nvSpPr>
        <p:spPr bwMode="auto"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Сравнение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78208333" name="Текст 2"/>
          <p:cNvSpPr>
            <a:spLocks noGrp="1"/>
          </p:cNvSpPr>
          <p:nvPr>
            <p:ph type="body" idx="1"/>
          </p:nvPr>
        </p:nvSpPr>
        <p:spPr bwMode="auto">
          <a:xfrm>
            <a:off x="315386" y="1015427"/>
            <a:ext cx="5682193" cy="365125"/>
          </a:xfrm>
        </p:spPr>
        <p:txBody>
          <a:bodyPr anchor="b">
            <a:normAutofit/>
          </a:bodyPr>
          <a:lstStyle>
            <a:lvl1pPr marL="0" indent="0">
              <a:buNone/>
              <a:defRPr sz="1400" b="1"/>
            </a:lvl1pPr>
            <a:lvl2pPr marL="289378" indent="0">
              <a:buNone/>
              <a:defRPr sz="1250" b="1"/>
            </a:lvl2pPr>
            <a:lvl3pPr marL="578755" indent="0">
              <a:buNone/>
              <a:defRPr sz="1150" b="1"/>
            </a:lvl3pPr>
            <a:lvl4pPr marL="868132" indent="0">
              <a:buNone/>
              <a:defRPr sz="1000" b="1"/>
            </a:lvl4pPr>
            <a:lvl5pPr marL="1157510" indent="0">
              <a:buNone/>
              <a:defRPr sz="1000" b="1"/>
            </a:lvl5pPr>
            <a:lvl6pPr marL="1446887" indent="0">
              <a:buNone/>
              <a:defRPr sz="1000" b="1"/>
            </a:lvl6pPr>
            <a:lvl7pPr marL="1736266" indent="0">
              <a:buNone/>
              <a:defRPr sz="1000" b="1"/>
            </a:lvl7pPr>
            <a:lvl8pPr marL="2025644" indent="0">
              <a:buNone/>
              <a:defRPr sz="1000" b="1"/>
            </a:lvl8pPr>
            <a:lvl9pPr marL="2315021" indent="0">
              <a:buNone/>
              <a:defRPr sz="1000" b="1"/>
            </a:lvl9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088063005" name="Объект 3"/>
          <p:cNvSpPr>
            <a:spLocks noGrp="1"/>
          </p:cNvSpPr>
          <p:nvPr>
            <p:ph sz="half" idx="2"/>
          </p:nvPr>
        </p:nvSpPr>
        <p:spPr bwMode="auto">
          <a:xfrm>
            <a:off x="349334" y="1598615"/>
            <a:ext cx="5648250" cy="4602160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 lang="ru-RU"/>
          </a:p>
        </p:txBody>
      </p:sp>
      <p:sp>
        <p:nvSpPr>
          <p:cNvPr id="121433126" name="Текст 4"/>
          <p:cNvSpPr>
            <a:spLocks noGrp="1"/>
          </p:cNvSpPr>
          <p:nvPr>
            <p:ph type="body" sz="quarter" idx="3"/>
          </p:nvPr>
        </p:nvSpPr>
        <p:spPr bwMode="auto">
          <a:xfrm>
            <a:off x="6172205" y="1015427"/>
            <a:ext cx="5684841" cy="365125"/>
          </a:xfrm>
        </p:spPr>
        <p:txBody>
          <a:bodyPr anchor="b">
            <a:normAutofit/>
          </a:bodyPr>
          <a:lstStyle>
            <a:lvl1pPr marL="0" indent="0">
              <a:buNone/>
              <a:defRPr sz="1400" b="1"/>
            </a:lvl1pPr>
            <a:lvl2pPr marL="289378" indent="0">
              <a:buNone/>
              <a:defRPr sz="1250" b="1"/>
            </a:lvl2pPr>
            <a:lvl3pPr marL="578755" indent="0">
              <a:buNone/>
              <a:defRPr sz="1150" b="1"/>
            </a:lvl3pPr>
            <a:lvl4pPr marL="868132" indent="0">
              <a:buNone/>
              <a:defRPr sz="1000" b="1"/>
            </a:lvl4pPr>
            <a:lvl5pPr marL="1157510" indent="0">
              <a:buNone/>
              <a:defRPr sz="1000" b="1"/>
            </a:lvl5pPr>
            <a:lvl6pPr marL="1446887" indent="0">
              <a:buNone/>
              <a:defRPr sz="1000" b="1"/>
            </a:lvl6pPr>
            <a:lvl7pPr marL="1736266" indent="0">
              <a:buNone/>
              <a:defRPr sz="1000" b="1"/>
            </a:lvl7pPr>
            <a:lvl8pPr marL="2025644" indent="0">
              <a:buNone/>
              <a:defRPr sz="1000" b="1"/>
            </a:lvl8pPr>
            <a:lvl9pPr marL="2315021" indent="0">
              <a:buNone/>
              <a:defRPr sz="1000" b="1"/>
            </a:lvl9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463075779" name="Объект 5"/>
          <p:cNvSpPr>
            <a:spLocks noGrp="1"/>
          </p:cNvSpPr>
          <p:nvPr>
            <p:ph sz="quarter" idx="4"/>
          </p:nvPr>
        </p:nvSpPr>
        <p:spPr bwMode="auto">
          <a:xfrm>
            <a:off x="6172202" y="1598615"/>
            <a:ext cx="5670472" cy="4602160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1322700631" name="Дата 3"/>
          <p:cNvSpPr>
            <a:spLocks noGrp="1"/>
          </p:cNvSpPr>
          <p:nvPr>
            <p:ph type="dt" sz="half" idx="10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0D568497-304A-497F-ADAE-97D3CF462C1C}" type="datetime1">
              <a:rPr lang="ru-RU"/>
              <a:t>05.10.2026</a:t>
            </a:fld>
            <a:endParaRPr lang="ru-RU"/>
          </a:p>
        </p:txBody>
      </p:sp>
      <p:sp>
        <p:nvSpPr>
          <p:cNvPr id="1323665955" name="Нижний колонтитул 4"/>
          <p:cNvSpPr>
            <a:spLocks noGrp="1"/>
          </p:cNvSpPr>
          <p:nvPr>
            <p:ph type="ftr" sz="quarter" idx="11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170471725" name="Номер слайда 5"/>
          <p:cNvSpPr>
            <a:spLocks noGrp="1"/>
          </p:cNvSpPr>
          <p:nvPr>
            <p:ph type="sldNum" sz="quarter" idx="12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  <p:sp>
        <p:nvSpPr>
          <p:cNvPr id="542301384" name="Заголовок 1"/>
          <p:cNvSpPr>
            <a:spLocks noGrp="1"/>
          </p:cNvSpPr>
          <p:nvPr>
            <p:ph type="title"/>
          </p:nvPr>
        </p:nvSpPr>
        <p:spPr bwMode="auto">
          <a:xfrm>
            <a:off x="349334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blank" userDrawn="1">
  <p:cSld name="Пустой слайд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03336759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92CB240C-04A3-49D4-83F9-87A9C6C414DC}" type="datetime1">
              <a:rPr lang="ru-RU"/>
              <a:t>05.10.2026</a:t>
            </a:fld>
            <a:endParaRPr lang="ru-RU"/>
          </a:p>
        </p:txBody>
      </p:sp>
      <p:sp>
        <p:nvSpPr>
          <p:cNvPr id="1637788939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936383559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objTx" userDrawn="1">
  <p:cSld name="Объект с подписью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59161325" name="Заголовок 1"/>
          <p:cNvSpPr>
            <a:spLocks noGrp="1"/>
          </p:cNvSpPr>
          <p:nvPr>
            <p:ph type="title" hasCustomPrompt="1"/>
          </p:nvPr>
        </p:nvSpPr>
        <p:spPr bwMode="auto">
          <a:xfrm>
            <a:off x="334966" y="1015999"/>
            <a:ext cx="4437062" cy="1213417"/>
          </a:xfrm>
        </p:spPr>
        <p:txBody>
          <a:bodyPr anchor="b"/>
          <a:lstStyle>
            <a:lvl1pPr>
              <a:defRPr sz="2400"/>
            </a:lvl1pPr>
          </a:lstStyle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331302632" name="Объект 2"/>
          <p:cNvSpPr>
            <a:spLocks noGrp="1"/>
          </p:cNvSpPr>
          <p:nvPr>
            <p:ph idx="1"/>
          </p:nvPr>
        </p:nvSpPr>
        <p:spPr bwMode="auto">
          <a:xfrm>
            <a:off x="5183194" y="1015999"/>
            <a:ext cx="6673847" cy="5049521"/>
          </a:xfrm>
        </p:spPr>
        <p:txBody>
          <a:bodyPr>
            <a:normAutofit/>
          </a:bodyPr>
          <a:lstStyle>
            <a:lvl1pPr>
              <a:defRPr sz="1750"/>
            </a:lvl1pPr>
            <a:lvl2pPr>
              <a:defRPr sz="1500"/>
            </a:lvl2pPr>
            <a:lvl3pPr>
              <a:defRPr sz="1250"/>
            </a:lvl3pPr>
            <a:lvl4pPr>
              <a:defRPr sz="1150"/>
            </a:lvl4pPr>
            <a:lvl5pPr>
              <a:defRPr sz="1150"/>
            </a:lvl5pPr>
            <a:lvl6pPr>
              <a:defRPr sz="1250"/>
            </a:lvl6pPr>
            <a:lvl7pPr>
              <a:defRPr sz="1250"/>
            </a:lvl7pPr>
            <a:lvl8pPr>
              <a:defRPr sz="1250"/>
            </a:lvl8pPr>
            <a:lvl9pPr>
              <a:defRPr sz="1250"/>
            </a:lvl9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1863103486" name="Текст 3"/>
          <p:cNvSpPr>
            <a:spLocks noGrp="1"/>
          </p:cNvSpPr>
          <p:nvPr>
            <p:ph type="body" sz="half" idx="2"/>
          </p:nvPr>
        </p:nvSpPr>
        <p:spPr bwMode="auto">
          <a:xfrm>
            <a:off x="334966" y="2428239"/>
            <a:ext cx="4437062" cy="3637281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289378" indent="0">
              <a:buNone/>
              <a:defRPr sz="900"/>
            </a:lvl2pPr>
            <a:lvl3pPr marL="578755" indent="0">
              <a:buNone/>
              <a:defRPr sz="750"/>
            </a:lvl3pPr>
            <a:lvl4pPr marL="868132" indent="0">
              <a:buNone/>
              <a:defRPr sz="650"/>
            </a:lvl4pPr>
            <a:lvl5pPr marL="1157510" indent="0">
              <a:buNone/>
              <a:defRPr sz="650"/>
            </a:lvl5pPr>
            <a:lvl6pPr marL="1446887" indent="0">
              <a:buNone/>
              <a:defRPr sz="650"/>
            </a:lvl6pPr>
            <a:lvl7pPr marL="1736266" indent="0">
              <a:buNone/>
              <a:defRPr sz="650"/>
            </a:lvl7pPr>
            <a:lvl8pPr marL="2025644" indent="0">
              <a:buNone/>
              <a:defRPr sz="650"/>
            </a:lvl8pPr>
            <a:lvl9pPr marL="2315021" indent="0">
              <a:buNone/>
              <a:defRPr sz="650"/>
            </a:lvl9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286767762" name="Дата 3"/>
          <p:cNvSpPr>
            <a:spLocks noGrp="1"/>
          </p:cNvSpPr>
          <p:nvPr>
            <p:ph type="dt" sz="half" idx="10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DE74468B-3512-454B-AB51-7AE95604D39E}" type="datetime1">
              <a:rPr lang="ru-RU"/>
              <a:t>05.10.2026</a:t>
            </a:fld>
            <a:endParaRPr lang="ru-RU"/>
          </a:p>
        </p:txBody>
      </p:sp>
      <p:sp>
        <p:nvSpPr>
          <p:cNvPr id="2025260702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902229636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Рисунок с подписью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97242066" name="Дата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ABAB2196-A440-4E25-B9FF-D0ADB01B1A15}" type="datetime1">
              <a:rPr lang="ru-RU"/>
              <a:t>05.10.2026</a:t>
            </a:fld>
            <a:endParaRPr lang="ru-RU"/>
          </a:p>
        </p:txBody>
      </p:sp>
      <p:sp>
        <p:nvSpPr>
          <p:cNvPr id="372863426" name="Нижний колонтитул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1412033310" name="Заголовок 1"/>
          <p:cNvSpPr>
            <a:spLocks noGrp="1"/>
          </p:cNvSpPr>
          <p:nvPr>
            <p:ph type="ctrTitle" hasCustomPrompt="1"/>
          </p:nvPr>
        </p:nvSpPr>
        <p:spPr bwMode="auto">
          <a:xfrm>
            <a:off x="802640" y="3922529"/>
            <a:ext cx="5293359" cy="1654542"/>
          </a:xfrm>
        </p:spPr>
        <p:txBody>
          <a:bodyPr anchor="ctr" anchorCtr="0"/>
          <a:lstStyle>
            <a:lvl1pPr algn="l">
              <a:defRPr sz="28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583621774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1</a:t>
            </a:fld>
            <a:endParaRPr lang="ru-RU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Содержание_1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46543673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C7BAE699-64F9-49EF-B784-2DEF2B221955}" type="datetime1">
              <a:rPr lang="ru-RU"/>
              <a:t>05.10.2026</a:t>
            </a:fld>
            <a:endParaRPr lang="ru-RU"/>
          </a:p>
        </p:txBody>
      </p:sp>
      <p:sp>
        <p:nvSpPr>
          <p:cNvPr id="1519061297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422048151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  <p:sp>
        <p:nvSpPr>
          <p:cNvPr id="867907182" name="Текст 6"/>
          <p:cNvSpPr>
            <a:spLocks noGrp="1"/>
          </p:cNvSpPr>
          <p:nvPr>
            <p:ph type="body" sz="quarter" idx="37" hasCustomPrompt="1"/>
          </p:nvPr>
        </p:nvSpPr>
        <p:spPr bwMode="auto">
          <a:xfrm>
            <a:off x="1873541" y="1222713"/>
            <a:ext cx="3866856" cy="423628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Заголовок</a:t>
            </a:r>
            <a:endParaRPr/>
          </a:p>
        </p:txBody>
      </p:sp>
      <p:sp>
        <p:nvSpPr>
          <p:cNvPr id="1922267748" name="Текст 9"/>
          <p:cNvSpPr>
            <a:spLocks noGrp="1"/>
          </p:cNvSpPr>
          <p:nvPr>
            <p:ph type="body" sz="quarter" idx="38" hasCustomPrompt="1"/>
          </p:nvPr>
        </p:nvSpPr>
        <p:spPr bwMode="auto">
          <a:xfrm>
            <a:off x="1873544" y="1790324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>
              <a:defRPr/>
            </a:pPr>
            <a:r>
              <a:rPr lang="ru-RU"/>
              <a:t>Описание</a:t>
            </a:r>
            <a:endParaRPr/>
          </a:p>
        </p:txBody>
      </p:sp>
      <p:sp>
        <p:nvSpPr>
          <p:cNvPr id="1114115814" name="Текст 6"/>
          <p:cNvSpPr>
            <a:spLocks noGrp="1"/>
          </p:cNvSpPr>
          <p:nvPr>
            <p:ph type="body" sz="quarter" idx="39" hasCustomPrompt="1"/>
          </p:nvPr>
        </p:nvSpPr>
        <p:spPr bwMode="auto">
          <a:xfrm>
            <a:off x="1854185" y="2826697"/>
            <a:ext cx="3866856" cy="403756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Заголовок</a:t>
            </a:r>
            <a:endParaRPr/>
          </a:p>
        </p:txBody>
      </p:sp>
      <p:sp>
        <p:nvSpPr>
          <p:cNvPr id="702872458" name="Текст 9"/>
          <p:cNvSpPr>
            <a:spLocks noGrp="1"/>
          </p:cNvSpPr>
          <p:nvPr>
            <p:ph type="body" sz="quarter" idx="40" hasCustomPrompt="1"/>
          </p:nvPr>
        </p:nvSpPr>
        <p:spPr bwMode="auto">
          <a:xfrm>
            <a:off x="1854185" y="3374436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>
              <a:defRPr/>
            </a:pPr>
            <a:r>
              <a:rPr lang="ru-RU"/>
              <a:t>Описание</a:t>
            </a:r>
            <a:endParaRPr/>
          </a:p>
        </p:txBody>
      </p:sp>
      <p:sp>
        <p:nvSpPr>
          <p:cNvPr id="1882112151" name="Текст 6"/>
          <p:cNvSpPr>
            <a:spLocks noGrp="1"/>
          </p:cNvSpPr>
          <p:nvPr>
            <p:ph type="body" sz="quarter" idx="41" hasCustomPrompt="1"/>
          </p:nvPr>
        </p:nvSpPr>
        <p:spPr bwMode="auto">
          <a:xfrm>
            <a:off x="1854185" y="4410809"/>
            <a:ext cx="3866856" cy="403913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Заголовок</a:t>
            </a:r>
            <a:endParaRPr/>
          </a:p>
        </p:txBody>
      </p:sp>
      <p:sp>
        <p:nvSpPr>
          <p:cNvPr id="1792496394" name="Текст 9"/>
          <p:cNvSpPr>
            <a:spLocks noGrp="1"/>
          </p:cNvSpPr>
          <p:nvPr>
            <p:ph type="body" sz="quarter" idx="42" hasCustomPrompt="1"/>
          </p:nvPr>
        </p:nvSpPr>
        <p:spPr bwMode="auto">
          <a:xfrm>
            <a:off x="1854185" y="4958548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>
              <a:defRPr/>
            </a:pPr>
            <a:r>
              <a:rPr lang="ru-RU"/>
              <a:t>Описание</a:t>
            </a:r>
            <a:endParaRPr/>
          </a:p>
        </p:txBody>
      </p:sp>
      <p:sp>
        <p:nvSpPr>
          <p:cNvPr id="1357097779" name="Текст 6"/>
          <p:cNvSpPr>
            <a:spLocks noGrp="1"/>
          </p:cNvSpPr>
          <p:nvPr>
            <p:ph type="body" sz="quarter" idx="43" hasCustomPrompt="1"/>
          </p:nvPr>
        </p:nvSpPr>
        <p:spPr bwMode="auto">
          <a:xfrm>
            <a:off x="7546648" y="1222713"/>
            <a:ext cx="3866856" cy="423628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Заголовок</a:t>
            </a:r>
            <a:endParaRPr/>
          </a:p>
        </p:txBody>
      </p:sp>
      <p:sp>
        <p:nvSpPr>
          <p:cNvPr id="1464183237" name="Текст 9"/>
          <p:cNvSpPr>
            <a:spLocks noGrp="1"/>
          </p:cNvSpPr>
          <p:nvPr>
            <p:ph type="body" sz="quarter" idx="44" hasCustomPrompt="1"/>
          </p:nvPr>
        </p:nvSpPr>
        <p:spPr bwMode="auto">
          <a:xfrm>
            <a:off x="7546651" y="1790324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>
              <a:defRPr/>
            </a:pPr>
            <a:r>
              <a:rPr lang="ru-RU"/>
              <a:t>Описание</a:t>
            </a:r>
            <a:endParaRPr/>
          </a:p>
        </p:txBody>
      </p:sp>
      <p:sp>
        <p:nvSpPr>
          <p:cNvPr id="1701292942" name="Текст 6"/>
          <p:cNvSpPr>
            <a:spLocks noGrp="1"/>
          </p:cNvSpPr>
          <p:nvPr>
            <p:ph type="body" sz="quarter" idx="45" hasCustomPrompt="1"/>
          </p:nvPr>
        </p:nvSpPr>
        <p:spPr bwMode="auto">
          <a:xfrm>
            <a:off x="7527292" y="2826697"/>
            <a:ext cx="3866856" cy="403756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Заголовок</a:t>
            </a:r>
            <a:endParaRPr/>
          </a:p>
        </p:txBody>
      </p:sp>
      <p:sp>
        <p:nvSpPr>
          <p:cNvPr id="1604921295" name="Текст 9"/>
          <p:cNvSpPr>
            <a:spLocks noGrp="1"/>
          </p:cNvSpPr>
          <p:nvPr>
            <p:ph type="body" sz="quarter" idx="46" hasCustomPrompt="1"/>
          </p:nvPr>
        </p:nvSpPr>
        <p:spPr bwMode="auto">
          <a:xfrm>
            <a:off x="7527292" y="3374436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>
              <a:defRPr/>
            </a:pPr>
            <a:r>
              <a:rPr lang="ru-RU"/>
              <a:t>Описание</a:t>
            </a:r>
            <a:endParaRPr/>
          </a:p>
        </p:txBody>
      </p:sp>
      <p:sp>
        <p:nvSpPr>
          <p:cNvPr id="943724108" name="Текст 6"/>
          <p:cNvSpPr>
            <a:spLocks noGrp="1"/>
          </p:cNvSpPr>
          <p:nvPr>
            <p:ph type="body" sz="quarter" idx="47" hasCustomPrompt="1"/>
          </p:nvPr>
        </p:nvSpPr>
        <p:spPr bwMode="auto">
          <a:xfrm>
            <a:off x="7527292" y="4410809"/>
            <a:ext cx="3866856" cy="403913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Заголовок</a:t>
            </a:r>
            <a:endParaRPr/>
          </a:p>
        </p:txBody>
      </p:sp>
      <p:sp>
        <p:nvSpPr>
          <p:cNvPr id="1531476919" name="Текст 9"/>
          <p:cNvSpPr>
            <a:spLocks noGrp="1"/>
          </p:cNvSpPr>
          <p:nvPr>
            <p:ph type="body" sz="quarter" idx="48" hasCustomPrompt="1"/>
          </p:nvPr>
        </p:nvSpPr>
        <p:spPr bwMode="auto">
          <a:xfrm>
            <a:off x="7527292" y="4958548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>
              <a:defRPr/>
            </a:pPr>
            <a:r>
              <a:rPr lang="ru-RU"/>
              <a:t>Описание</a:t>
            </a:r>
            <a:endParaRPr/>
          </a:p>
        </p:txBody>
      </p:sp>
      <p:sp>
        <p:nvSpPr>
          <p:cNvPr id="709613132" name="Заголовок 1"/>
          <p:cNvSpPr>
            <a:spLocks noGrp="1"/>
          </p:cNvSpPr>
          <p:nvPr>
            <p:ph type="title"/>
          </p:nvPr>
        </p:nvSpPr>
        <p:spPr bwMode="auto"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1521685722" name="Текст 6"/>
          <p:cNvSpPr>
            <a:spLocks noGrp="1"/>
          </p:cNvSpPr>
          <p:nvPr>
            <p:ph type="body" sz="quarter" idx="49" hasCustomPrompt="1"/>
          </p:nvPr>
        </p:nvSpPr>
        <p:spPr bwMode="auto">
          <a:xfrm>
            <a:off x="778492" y="1187988"/>
            <a:ext cx="771003" cy="423628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01</a:t>
            </a:r>
            <a:endParaRPr/>
          </a:p>
        </p:txBody>
      </p:sp>
      <p:sp>
        <p:nvSpPr>
          <p:cNvPr id="2074772061" name="Текст 6"/>
          <p:cNvSpPr>
            <a:spLocks noGrp="1"/>
          </p:cNvSpPr>
          <p:nvPr>
            <p:ph type="body" sz="quarter" idx="50" hasCustomPrompt="1"/>
          </p:nvPr>
        </p:nvSpPr>
        <p:spPr bwMode="auto">
          <a:xfrm>
            <a:off x="759137" y="2791972"/>
            <a:ext cx="771003" cy="403756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02</a:t>
            </a:r>
            <a:endParaRPr/>
          </a:p>
        </p:txBody>
      </p:sp>
      <p:sp>
        <p:nvSpPr>
          <p:cNvPr id="1027152132" name="Текст 6"/>
          <p:cNvSpPr>
            <a:spLocks noGrp="1"/>
          </p:cNvSpPr>
          <p:nvPr>
            <p:ph type="body" sz="quarter" idx="51" hasCustomPrompt="1"/>
          </p:nvPr>
        </p:nvSpPr>
        <p:spPr bwMode="auto">
          <a:xfrm>
            <a:off x="759137" y="4376084"/>
            <a:ext cx="771003" cy="403913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03</a:t>
            </a:r>
            <a:endParaRPr/>
          </a:p>
        </p:txBody>
      </p:sp>
      <p:sp>
        <p:nvSpPr>
          <p:cNvPr id="263743197" name="Текст 6"/>
          <p:cNvSpPr>
            <a:spLocks noGrp="1"/>
          </p:cNvSpPr>
          <p:nvPr>
            <p:ph type="body" sz="quarter" idx="52" hasCustomPrompt="1"/>
          </p:nvPr>
        </p:nvSpPr>
        <p:spPr bwMode="auto">
          <a:xfrm>
            <a:off x="6451600" y="1187988"/>
            <a:ext cx="771003" cy="423628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04</a:t>
            </a:r>
            <a:endParaRPr/>
          </a:p>
        </p:txBody>
      </p:sp>
      <p:sp>
        <p:nvSpPr>
          <p:cNvPr id="1116537544" name="Текст 6"/>
          <p:cNvSpPr>
            <a:spLocks noGrp="1"/>
          </p:cNvSpPr>
          <p:nvPr>
            <p:ph type="body" sz="quarter" idx="53" hasCustomPrompt="1"/>
          </p:nvPr>
        </p:nvSpPr>
        <p:spPr bwMode="auto">
          <a:xfrm>
            <a:off x="6432244" y="2791972"/>
            <a:ext cx="771003" cy="403756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05</a:t>
            </a:r>
            <a:endParaRPr/>
          </a:p>
        </p:txBody>
      </p:sp>
      <p:sp>
        <p:nvSpPr>
          <p:cNvPr id="1498846460" name="Текст 6"/>
          <p:cNvSpPr>
            <a:spLocks noGrp="1"/>
          </p:cNvSpPr>
          <p:nvPr>
            <p:ph type="body" sz="quarter" idx="54" hasCustomPrompt="1"/>
          </p:nvPr>
        </p:nvSpPr>
        <p:spPr bwMode="auto">
          <a:xfrm>
            <a:off x="6432244" y="4376084"/>
            <a:ext cx="771003" cy="403913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06</a:t>
            </a:r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Фотографии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42987713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CAFA80CC-940E-479C-90C0-76DA923785E9}" type="datetime1">
              <a:rPr lang="ru-RU"/>
              <a:t>05.10.2026</a:t>
            </a:fld>
            <a:endParaRPr lang="ru-RU"/>
          </a:p>
        </p:txBody>
      </p:sp>
      <p:sp>
        <p:nvSpPr>
          <p:cNvPr id="1923957983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132059509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  <p:sp>
        <p:nvSpPr>
          <p:cNvPr id="1080736178" name="Заголовок 1"/>
          <p:cNvSpPr>
            <a:spLocks noGrp="1"/>
          </p:cNvSpPr>
          <p:nvPr>
            <p:ph type="title"/>
          </p:nvPr>
        </p:nvSpPr>
        <p:spPr bwMode="auto">
          <a:xfrm>
            <a:off x="372682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1602629280" name="Рисунок 7"/>
          <p:cNvSpPr>
            <a:spLocks noGrp="1"/>
          </p:cNvSpPr>
          <p:nvPr>
            <p:ph type="pic" sz="quarter" idx="10"/>
          </p:nvPr>
        </p:nvSpPr>
        <p:spPr bwMode="auto">
          <a:xfrm>
            <a:off x="7440147" y="1016001"/>
            <a:ext cx="4405777" cy="3078479"/>
          </a:xfrm>
        </p:spPr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163090613" name="Рисунок 9"/>
          <p:cNvSpPr>
            <a:spLocks noGrp="1"/>
          </p:cNvSpPr>
          <p:nvPr>
            <p:ph type="pic" sz="quarter" idx="11"/>
          </p:nvPr>
        </p:nvSpPr>
        <p:spPr bwMode="auto">
          <a:xfrm>
            <a:off x="7440149" y="4389108"/>
            <a:ext cx="4405775" cy="1811668"/>
          </a:xfrm>
        </p:spPr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1178796208" name="Рисунок 11"/>
          <p:cNvSpPr>
            <a:spLocks noGrp="1"/>
          </p:cNvSpPr>
          <p:nvPr>
            <p:ph type="pic" sz="quarter" idx="12"/>
          </p:nvPr>
        </p:nvSpPr>
        <p:spPr bwMode="auto">
          <a:xfrm>
            <a:off x="346075" y="3223948"/>
            <a:ext cx="6806142" cy="2976827"/>
          </a:xfrm>
        </p:spPr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686126613" name="Текст 15"/>
          <p:cNvSpPr>
            <a:spLocks noGrp="1"/>
          </p:cNvSpPr>
          <p:nvPr>
            <p:ph type="body" sz="quarter" idx="14"/>
          </p:nvPr>
        </p:nvSpPr>
        <p:spPr bwMode="auto">
          <a:xfrm>
            <a:off x="346075" y="1016001"/>
            <a:ext cx="6806142" cy="2029882"/>
          </a:xfr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Пункты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23881428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82A4DA7B-A7D8-4443-AD1C-4C7CDC678488}" type="datetime1">
              <a:rPr lang="ru-RU"/>
              <a:t>05.10.2026</a:t>
            </a:fld>
            <a:endParaRPr lang="ru-RU"/>
          </a:p>
        </p:txBody>
      </p:sp>
      <p:sp>
        <p:nvSpPr>
          <p:cNvPr id="1435619484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833454193" name="Заголовок 1"/>
          <p:cNvSpPr>
            <a:spLocks noGrp="1"/>
          </p:cNvSpPr>
          <p:nvPr>
            <p:ph type="title"/>
          </p:nvPr>
        </p:nvSpPr>
        <p:spPr bwMode="auto">
          <a:xfrm>
            <a:off x="361107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1662825912" name="Текст 101"/>
          <p:cNvSpPr>
            <a:spLocks noGrp="1"/>
          </p:cNvSpPr>
          <p:nvPr>
            <p:ph type="body" sz="quarter" idx="14" hasCustomPrompt="1"/>
          </p:nvPr>
        </p:nvSpPr>
        <p:spPr bwMode="auto">
          <a:xfrm>
            <a:off x="1994303" y="2973742"/>
            <a:ext cx="2190810" cy="910516"/>
          </a:xfrm>
        </p:spPr>
        <p:txBody>
          <a:bodyPr/>
          <a:lstStyle>
            <a:lvl1pPr marL="0" indent="0" algn="ctr">
              <a:buNone/>
              <a:defRPr lang="ru-RU"/>
            </a:lvl1pPr>
          </a:lstStyle>
          <a:p>
            <a:pPr lvl="0">
              <a:defRPr/>
            </a:pPr>
            <a:r>
              <a:rPr lang="ru-RU"/>
              <a:t>Текст</a:t>
            </a:r>
            <a:endParaRPr/>
          </a:p>
        </p:txBody>
      </p:sp>
      <p:sp>
        <p:nvSpPr>
          <p:cNvPr id="1756439191" name="Текст 74"/>
          <p:cNvSpPr>
            <a:spLocks noGrp="1"/>
          </p:cNvSpPr>
          <p:nvPr>
            <p:ph type="body" sz="quarter" idx="15"/>
          </p:nvPr>
        </p:nvSpPr>
        <p:spPr bwMode="auto">
          <a:xfrm>
            <a:off x="6662923" y="1588128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21679997" name="Текст 74"/>
          <p:cNvSpPr>
            <a:spLocks noGrp="1"/>
          </p:cNvSpPr>
          <p:nvPr>
            <p:ph type="body" sz="quarter" idx="16"/>
          </p:nvPr>
        </p:nvSpPr>
        <p:spPr bwMode="auto">
          <a:xfrm>
            <a:off x="6662923" y="2445138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53979246" name="Текст 74"/>
          <p:cNvSpPr>
            <a:spLocks noGrp="1"/>
          </p:cNvSpPr>
          <p:nvPr>
            <p:ph type="body" sz="quarter" idx="17"/>
          </p:nvPr>
        </p:nvSpPr>
        <p:spPr bwMode="auto">
          <a:xfrm>
            <a:off x="6662923" y="3302147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939999065" name="Текст 74"/>
          <p:cNvSpPr>
            <a:spLocks noGrp="1"/>
          </p:cNvSpPr>
          <p:nvPr>
            <p:ph type="body" sz="quarter" idx="18"/>
          </p:nvPr>
        </p:nvSpPr>
        <p:spPr bwMode="auto">
          <a:xfrm>
            <a:off x="6662923" y="4159156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387849421" name="Текст 74"/>
          <p:cNvSpPr>
            <a:spLocks noGrp="1"/>
          </p:cNvSpPr>
          <p:nvPr>
            <p:ph type="body" sz="quarter" idx="19"/>
          </p:nvPr>
        </p:nvSpPr>
        <p:spPr bwMode="auto">
          <a:xfrm>
            <a:off x="6662923" y="5016166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Статистика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01320913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44E505DF-C567-47F2-9374-60838F800101}" type="datetime1">
              <a:rPr lang="ru-RU"/>
              <a:t>05.10.2026</a:t>
            </a:fld>
            <a:endParaRPr lang="ru-RU"/>
          </a:p>
        </p:txBody>
      </p:sp>
      <p:sp>
        <p:nvSpPr>
          <p:cNvPr id="133511084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1397289412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  <p:sp>
        <p:nvSpPr>
          <p:cNvPr id="1705305823" name="Заголовок 1"/>
          <p:cNvSpPr>
            <a:spLocks noGrp="1"/>
          </p:cNvSpPr>
          <p:nvPr>
            <p:ph type="title"/>
          </p:nvPr>
        </p:nvSpPr>
        <p:spPr bwMode="auto">
          <a:xfrm>
            <a:off x="361107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1877195215" name="Текст 35"/>
          <p:cNvSpPr>
            <a:spLocks noGrp="1"/>
          </p:cNvSpPr>
          <p:nvPr>
            <p:ph type="body" sz="quarter" idx="21"/>
          </p:nvPr>
        </p:nvSpPr>
        <p:spPr bwMode="auto">
          <a:xfrm>
            <a:off x="6683077" y="1026867"/>
            <a:ext cx="4790314" cy="1615356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749249637" name="Текст 35"/>
          <p:cNvSpPr>
            <a:spLocks noGrp="1"/>
          </p:cNvSpPr>
          <p:nvPr>
            <p:ph type="body" sz="quarter" idx="18"/>
          </p:nvPr>
        </p:nvSpPr>
        <p:spPr bwMode="auto">
          <a:xfrm>
            <a:off x="6683077" y="1626932"/>
            <a:ext cx="4790314" cy="1015291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525039807" name="Текст 35"/>
          <p:cNvSpPr>
            <a:spLocks noGrp="1"/>
          </p:cNvSpPr>
          <p:nvPr>
            <p:ph type="body" sz="quarter" idx="22"/>
          </p:nvPr>
        </p:nvSpPr>
        <p:spPr bwMode="auto">
          <a:xfrm>
            <a:off x="6683077" y="2807582"/>
            <a:ext cx="4790314" cy="1615356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342499985" name="Текст 35"/>
          <p:cNvSpPr>
            <a:spLocks noGrp="1"/>
          </p:cNvSpPr>
          <p:nvPr>
            <p:ph type="body" sz="quarter" idx="23"/>
          </p:nvPr>
        </p:nvSpPr>
        <p:spPr bwMode="auto">
          <a:xfrm>
            <a:off x="6683077" y="3407647"/>
            <a:ext cx="4790314" cy="1015291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346602923" name="Текст 35"/>
          <p:cNvSpPr>
            <a:spLocks noGrp="1"/>
          </p:cNvSpPr>
          <p:nvPr>
            <p:ph type="body" sz="quarter" idx="24"/>
          </p:nvPr>
        </p:nvSpPr>
        <p:spPr bwMode="auto">
          <a:xfrm>
            <a:off x="6683077" y="4584029"/>
            <a:ext cx="4790314" cy="1615356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479576996" name="Текст 35"/>
          <p:cNvSpPr>
            <a:spLocks noGrp="1"/>
          </p:cNvSpPr>
          <p:nvPr>
            <p:ph type="body" sz="quarter" idx="25"/>
          </p:nvPr>
        </p:nvSpPr>
        <p:spPr bwMode="auto">
          <a:xfrm>
            <a:off x="6683077" y="5184094"/>
            <a:ext cx="4790314" cy="1015291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1_Статистика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73245690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2938A0C3-5C2F-47B8-B008-79A49A1195BA}" type="datetime1">
              <a:rPr lang="ru-RU"/>
              <a:t>05.10.2026</a:t>
            </a:fld>
            <a:endParaRPr lang="ru-RU"/>
          </a:p>
        </p:txBody>
      </p:sp>
      <p:sp>
        <p:nvSpPr>
          <p:cNvPr id="194680417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685516100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  <p:sp>
        <p:nvSpPr>
          <p:cNvPr id="2072640671" name="Заголовок 1"/>
          <p:cNvSpPr>
            <a:spLocks noGrp="1"/>
          </p:cNvSpPr>
          <p:nvPr>
            <p:ph type="title"/>
          </p:nvPr>
        </p:nvSpPr>
        <p:spPr bwMode="auto">
          <a:xfrm>
            <a:off x="349532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390472635" name="Текст 35"/>
          <p:cNvSpPr>
            <a:spLocks noGrp="1"/>
          </p:cNvSpPr>
          <p:nvPr>
            <p:ph type="body" sz="quarter" idx="21"/>
          </p:nvPr>
        </p:nvSpPr>
        <p:spPr bwMode="auto">
          <a:xfrm>
            <a:off x="6683077" y="1016000"/>
            <a:ext cx="4790314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1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001003751" name="Текст 35"/>
          <p:cNvSpPr>
            <a:spLocks noGrp="1"/>
          </p:cNvSpPr>
          <p:nvPr>
            <p:ph type="body" sz="quarter" idx="18"/>
          </p:nvPr>
        </p:nvSpPr>
        <p:spPr bwMode="auto">
          <a:xfrm>
            <a:off x="6683077" y="1395537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395900691" name="Текст 35"/>
          <p:cNvSpPr>
            <a:spLocks noGrp="1"/>
          </p:cNvSpPr>
          <p:nvPr>
            <p:ph type="body" sz="quarter" idx="22"/>
          </p:nvPr>
        </p:nvSpPr>
        <p:spPr bwMode="auto">
          <a:xfrm>
            <a:off x="6683077" y="2284561"/>
            <a:ext cx="4790314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5">
                    <a:lumMod val="60000"/>
                    <a:lumOff val="40000"/>
                  </a:schemeClr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841412244" name="Текст 35"/>
          <p:cNvSpPr>
            <a:spLocks noGrp="1"/>
          </p:cNvSpPr>
          <p:nvPr>
            <p:ph type="body" sz="quarter" idx="23"/>
          </p:nvPr>
        </p:nvSpPr>
        <p:spPr bwMode="auto">
          <a:xfrm>
            <a:off x="6683077" y="2664098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814585252" name="Текст 35"/>
          <p:cNvSpPr>
            <a:spLocks noGrp="1"/>
          </p:cNvSpPr>
          <p:nvPr>
            <p:ph type="body" sz="quarter" idx="24"/>
          </p:nvPr>
        </p:nvSpPr>
        <p:spPr bwMode="auto">
          <a:xfrm>
            <a:off x="6683077" y="3553122"/>
            <a:ext cx="4790314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4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879511559" name="Текст 35"/>
          <p:cNvSpPr>
            <a:spLocks noGrp="1"/>
          </p:cNvSpPr>
          <p:nvPr>
            <p:ph type="body" sz="quarter" idx="25"/>
          </p:nvPr>
        </p:nvSpPr>
        <p:spPr bwMode="auto">
          <a:xfrm>
            <a:off x="6683077" y="3932658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2046541308" name="Текст 35"/>
          <p:cNvSpPr>
            <a:spLocks noGrp="1"/>
          </p:cNvSpPr>
          <p:nvPr>
            <p:ph type="body" sz="quarter" idx="26"/>
          </p:nvPr>
        </p:nvSpPr>
        <p:spPr bwMode="auto">
          <a:xfrm>
            <a:off x="6683077" y="4821684"/>
            <a:ext cx="4790314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453614616" name="Текст 35"/>
          <p:cNvSpPr>
            <a:spLocks noGrp="1"/>
          </p:cNvSpPr>
          <p:nvPr>
            <p:ph type="body" sz="quarter" idx="27"/>
          </p:nvPr>
        </p:nvSpPr>
        <p:spPr bwMode="auto">
          <a:xfrm>
            <a:off x="6683077" y="5201221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2_Статистика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52165188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BF4F29EB-DFD0-428E-8E89-ED117A3553E3}" type="datetime1">
              <a:rPr lang="ru-RU"/>
              <a:t>05.10.2026</a:t>
            </a:fld>
            <a:endParaRPr lang="ru-RU"/>
          </a:p>
        </p:txBody>
      </p:sp>
      <p:sp>
        <p:nvSpPr>
          <p:cNvPr id="2128498566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1653541690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  <p:sp>
        <p:nvSpPr>
          <p:cNvPr id="103871587" name="Заголовок 1"/>
          <p:cNvSpPr>
            <a:spLocks noGrp="1"/>
          </p:cNvSpPr>
          <p:nvPr>
            <p:ph type="title"/>
          </p:nvPr>
        </p:nvSpPr>
        <p:spPr bwMode="auto">
          <a:xfrm>
            <a:off x="367721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194779978" name="Текст 35"/>
          <p:cNvSpPr>
            <a:spLocks noGrp="1"/>
          </p:cNvSpPr>
          <p:nvPr>
            <p:ph type="body" sz="quarter" idx="21"/>
          </p:nvPr>
        </p:nvSpPr>
        <p:spPr bwMode="auto">
          <a:xfrm>
            <a:off x="6683077" y="1016000"/>
            <a:ext cx="4790314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1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412474055" name="Текст 35"/>
          <p:cNvSpPr>
            <a:spLocks noGrp="1"/>
          </p:cNvSpPr>
          <p:nvPr>
            <p:ph type="body" sz="quarter" idx="18"/>
          </p:nvPr>
        </p:nvSpPr>
        <p:spPr bwMode="auto">
          <a:xfrm>
            <a:off x="6683077" y="1395537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164757383" name="Текст 35"/>
          <p:cNvSpPr>
            <a:spLocks noGrp="1"/>
          </p:cNvSpPr>
          <p:nvPr>
            <p:ph type="body" sz="quarter" idx="22"/>
          </p:nvPr>
        </p:nvSpPr>
        <p:spPr bwMode="auto">
          <a:xfrm>
            <a:off x="6683077" y="2284561"/>
            <a:ext cx="4790314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5">
                    <a:lumMod val="60000"/>
                    <a:lumOff val="40000"/>
                  </a:schemeClr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243070446" name="Текст 35"/>
          <p:cNvSpPr>
            <a:spLocks noGrp="1"/>
          </p:cNvSpPr>
          <p:nvPr>
            <p:ph type="body" sz="quarter" idx="23"/>
          </p:nvPr>
        </p:nvSpPr>
        <p:spPr bwMode="auto">
          <a:xfrm>
            <a:off x="6683077" y="2664098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585448333" name="Текст 35"/>
          <p:cNvSpPr>
            <a:spLocks noGrp="1"/>
          </p:cNvSpPr>
          <p:nvPr>
            <p:ph type="body" sz="quarter" idx="24"/>
          </p:nvPr>
        </p:nvSpPr>
        <p:spPr bwMode="auto">
          <a:xfrm>
            <a:off x="6683077" y="3553122"/>
            <a:ext cx="4790314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4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207880738" name="Текст 35"/>
          <p:cNvSpPr>
            <a:spLocks noGrp="1"/>
          </p:cNvSpPr>
          <p:nvPr>
            <p:ph type="body" sz="quarter" idx="25"/>
          </p:nvPr>
        </p:nvSpPr>
        <p:spPr bwMode="auto">
          <a:xfrm>
            <a:off x="6683077" y="3932658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480305778" name="Текст 35"/>
          <p:cNvSpPr>
            <a:spLocks noGrp="1"/>
          </p:cNvSpPr>
          <p:nvPr>
            <p:ph type="body" sz="quarter" idx="26"/>
          </p:nvPr>
        </p:nvSpPr>
        <p:spPr bwMode="auto">
          <a:xfrm>
            <a:off x="6683077" y="4821684"/>
            <a:ext cx="4790314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988905456" name="Текст 35"/>
          <p:cNvSpPr>
            <a:spLocks noGrp="1"/>
          </p:cNvSpPr>
          <p:nvPr>
            <p:ph type="body" sz="quarter" idx="27"/>
          </p:nvPr>
        </p:nvSpPr>
        <p:spPr bwMode="auto">
          <a:xfrm>
            <a:off x="6683077" y="5201221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Стадии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54315883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D52F0272-0FEA-44CE-966E-3D169B2F53D4}" type="datetime1">
              <a:rPr lang="ru-RU"/>
              <a:t>05.10.2026</a:t>
            </a:fld>
            <a:endParaRPr lang="ru-RU"/>
          </a:p>
        </p:txBody>
      </p:sp>
      <p:sp>
        <p:nvSpPr>
          <p:cNvPr id="10626044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2070087451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  <p:sp>
        <p:nvSpPr>
          <p:cNvPr id="1115938464" name="Текст 35"/>
          <p:cNvSpPr>
            <a:spLocks noGrp="1"/>
          </p:cNvSpPr>
          <p:nvPr>
            <p:ph type="body" sz="quarter" idx="26"/>
          </p:nvPr>
        </p:nvSpPr>
        <p:spPr bwMode="auto">
          <a:xfrm>
            <a:off x="346075" y="1024937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842789396" name="Текст 35"/>
          <p:cNvSpPr>
            <a:spLocks noGrp="1"/>
          </p:cNvSpPr>
          <p:nvPr>
            <p:ph type="body" sz="quarter" idx="27"/>
          </p:nvPr>
        </p:nvSpPr>
        <p:spPr bwMode="auto">
          <a:xfrm>
            <a:off x="346075" y="1380939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320855630" name="Текст 35"/>
          <p:cNvSpPr>
            <a:spLocks noGrp="1"/>
          </p:cNvSpPr>
          <p:nvPr>
            <p:ph type="body" sz="quarter" idx="28"/>
          </p:nvPr>
        </p:nvSpPr>
        <p:spPr bwMode="auto">
          <a:xfrm>
            <a:off x="4832960" y="1024937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893569355" name="Текст 35"/>
          <p:cNvSpPr>
            <a:spLocks noGrp="1"/>
          </p:cNvSpPr>
          <p:nvPr>
            <p:ph type="body" sz="quarter" idx="29"/>
          </p:nvPr>
        </p:nvSpPr>
        <p:spPr bwMode="auto">
          <a:xfrm>
            <a:off x="4832960" y="1380939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563366629" name="Текст 35"/>
          <p:cNvSpPr>
            <a:spLocks noGrp="1"/>
          </p:cNvSpPr>
          <p:nvPr>
            <p:ph type="body" sz="quarter" idx="30"/>
          </p:nvPr>
        </p:nvSpPr>
        <p:spPr bwMode="auto">
          <a:xfrm>
            <a:off x="9330862" y="1024937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41530496" name="Текст 35"/>
          <p:cNvSpPr>
            <a:spLocks noGrp="1"/>
          </p:cNvSpPr>
          <p:nvPr>
            <p:ph type="body" sz="quarter" idx="31"/>
          </p:nvPr>
        </p:nvSpPr>
        <p:spPr bwMode="auto">
          <a:xfrm>
            <a:off x="9330862" y="1380939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948981309" name="Текст 35"/>
          <p:cNvSpPr>
            <a:spLocks noGrp="1"/>
          </p:cNvSpPr>
          <p:nvPr>
            <p:ph type="body" sz="quarter" idx="32"/>
          </p:nvPr>
        </p:nvSpPr>
        <p:spPr bwMode="auto">
          <a:xfrm>
            <a:off x="2593517" y="4358152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541664286" name="Текст 35"/>
          <p:cNvSpPr>
            <a:spLocks noGrp="1"/>
          </p:cNvSpPr>
          <p:nvPr>
            <p:ph type="body" sz="quarter" idx="33"/>
          </p:nvPr>
        </p:nvSpPr>
        <p:spPr bwMode="auto">
          <a:xfrm>
            <a:off x="2593517" y="4714154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098379602" name="Текст 35"/>
          <p:cNvSpPr>
            <a:spLocks noGrp="1"/>
          </p:cNvSpPr>
          <p:nvPr>
            <p:ph type="body" sz="quarter" idx="34"/>
          </p:nvPr>
        </p:nvSpPr>
        <p:spPr bwMode="auto">
          <a:xfrm>
            <a:off x="7080402" y="4358152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346102152" name="Текст 35"/>
          <p:cNvSpPr>
            <a:spLocks noGrp="1"/>
          </p:cNvSpPr>
          <p:nvPr>
            <p:ph type="body" sz="quarter" idx="35"/>
          </p:nvPr>
        </p:nvSpPr>
        <p:spPr bwMode="auto">
          <a:xfrm>
            <a:off x="7080402" y="4714154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961475389" name="Заголовок 1"/>
          <p:cNvSpPr>
            <a:spLocks noGrp="1"/>
          </p:cNvSpPr>
          <p:nvPr>
            <p:ph type="title"/>
          </p:nvPr>
        </p:nvSpPr>
        <p:spPr bwMode="auto">
          <a:xfrm>
            <a:off x="384256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Проблема и решение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43125894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062B0DBE-B5A9-470E-85A9-7CC062D5339A}" type="datetime1">
              <a:rPr lang="ru-RU"/>
              <a:t>05.10.2026</a:t>
            </a:fld>
            <a:endParaRPr lang="ru-RU"/>
          </a:p>
        </p:txBody>
      </p:sp>
      <p:sp>
        <p:nvSpPr>
          <p:cNvPr id="1689496206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369769715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  <p:sp>
        <p:nvSpPr>
          <p:cNvPr id="354684492" name="Заголовок 1"/>
          <p:cNvSpPr>
            <a:spLocks noGrp="1"/>
          </p:cNvSpPr>
          <p:nvPr>
            <p:ph type="title"/>
          </p:nvPr>
        </p:nvSpPr>
        <p:spPr bwMode="auto">
          <a:xfrm>
            <a:off x="357650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537050408" name="Текст 35"/>
          <p:cNvSpPr>
            <a:spLocks noGrp="1"/>
          </p:cNvSpPr>
          <p:nvPr>
            <p:ph type="body" sz="quarter" idx="26" hasCustomPrompt="1"/>
          </p:nvPr>
        </p:nvSpPr>
        <p:spPr bwMode="auto">
          <a:xfrm>
            <a:off x="517027" y="3810175"/>
            <a:ext cx="3264113" cy="2375115"/>
          </a:xfrm>
          <a:prstGeom prst="roundRect">
            <a:avLst>
              <a:gd name="adj" fmla="val 101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49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 marL="0" indent="0">
              <a:buNone/>
              <a:defRPr sz="1400" b="0">
                <a:solidFill>
                  <a:schemeClr val="bg1"/>
                </a:solidFill>
              </a:defRPr>
            </a:lvl1pPr>
          </a:lstStyle>
          <a:p>
            <a:pPr lvl="0">
              <a:defRPr/>
            </a:pPr>
            <a:r>
              <a:rPr lang="ru-RU"/>
              <a:t>Описание проблемы </a:t>
            </a:r>
            <a:endParaRPr/>
          </a:p>
        </p:txBody>
      </p:sp>
      <p:sp>
        <p:nvSpPr>
          <p:cNvPr id="20831291" name="Текст 35"/>
          <p:cNvSpPr>
            <a:spLocks noGrp="1"/>
          </p:cNvSpPr>
          <p:nvPr>
            <p:ph type="body" sz="quarter" idx="31" hasCustomPrompt="1"/>
          </p:nvPr>
        </p:nvSpPr>
        <p:spPr bwMode="auto">
          <a:xfrm>
            <a:off x="4464542" y="3810175"/>
            <a:ext cx="3264113" cy="2375115"/>
          </a:xfrm>
          <a:prstGeom prst="roundRect">
            <a:avLst>
              <a:gd name="adj" fmla="val 101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49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 marL="0" indent="0">
              <a:buNone/>
              <a:defRPr sz="1400" b="0">
                <a:solidFill>
                  <a:schemeClr val="bg1"/>
                </a:solidFill>
              </a:defRPr>
            </a:lvl1pPr>
          </a:lstStyle>
          <a:p>
            <a:pPr lvl="0">
              <a:defRPr/>
            </a:pPr>
            <a:r>
              <a:rPr lang="ru-RU"/>
              <a:t>Примеры уже имеющихся способов решения данной проблемы</a:t>
            </a:r>
            <a:endParaRPr/>
          </a:p>
        </p:txBody>
      </p:sp>
      <p:sp>
        <p:nvSpPr>
          <p:cNvPr id="1042725103" name="Текст 35"/>
          <p:cNvSpPr>
            <a:spLocks noGrp="1"/>
          </p:cNvSpPr>
          <p:nvPr>
            <p:ph type="body" sz="quarter" idx="32" hasCustomPrompt="1"/>
          </p:nvPr>
        </p:nvSpPr>
        <p:spPr bwMode="auto">
          <a:xfrm>
            <a:off x="8385481" y="3810175"/>
            <a:ext cx="3264113" cy="2375115"/>
          </a:xfrm>
          <a:prstGeom prst="roundRect">
            <a:avLst>
              <a:gd name="adj" fmla="val 101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49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 marL="0" indent="0">
              <a:buNone/>
              <a:defRPr sz="1400" b="0">
                <a:solidFill>
                  <a:schemeClr val="bg1"/>
                </a:solidFill>
              </a:defRPr>
            </a:lvl1pPr>
          </a:lstStyle>
          <a:p>
            <a:pPr lvl="0">
              <a:defRPr/>
            </a:pPr>
            <a:r>
              <a:rPr lang="ru-RU"/>
              <a:t>Ваше предложение решения данной проблемы</a:t>
            </a:r>
            <a:endParaRPr/>
          </a:p>
        </p:txBody>
      </p:sp>
      <p:sp>
        <p:nvSpPr>
          <p:cNvPr id="212413278" name="Текст 35"/>
          <p:cNvSpPr>
            <a:spLocks noGrp="1"/>
          </p:cNvSpPr>
          <p:nvPr>
            <p:ph type="body" sz="quarter" idx="33" hasCustomPrompt="1"/>
          </p:nvPr>
        </p:nvSpPr>
        <p:spPr bwMode="auto">
          <a:xfrm>
            <a:off x="517027" y="3252336"/>
            <a:ext cx="3264113" cy="391783"/>
          </a:xfrm>
          <a:prstGeom prst="roundRect">
            <a:avLst>
              <a:gd name="adj" fmla="val 10167"/>
            </a:avLst>
          </a:prstGeom>
          <a:noFill/>
        </p:spPr>
        <p:txBody>
          <a:bodyPr>
            <a:noAutofit/>
          </a:bodyPr>
          <a:lstStyle>
            <a:lvl1pPr marL="0" indent="0" algn="ctr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Проблема</a:t>
            </a:r>
            <a:endParaRPr/>
          </a:p>
        </p:txBody>
      </p:sp>
      <p:sp>
        <p:nvSpPr>
          <p:cNvPr id="2076895940" name="Текст 35"/>
          <p:cNvSpPr>
            <a:spLocks noGrp="1"/>
          </p:cNvSpPr>
          <p:nvPr>
            <p:ph type="body" sz="quarter" idx="34" hasCustomPrompt="1"/>
          </p:nvPr>
        </p:nvSpPr>
        <p:spPr bwMode="auto">
          <a:xfrm>
            <a:off x="4464542" y="3252336"/>
            <a:ext cx="3264113" cy="391783"/>
          </a:xfrm>
          <a:prstGeom prst="roundRect">
            <a:avLst>
              <a:gd name="adj" fmla="val 10167"/>
            </a:avLst>
          </a:prstGeom>
          <a:noFill/>
        </p:spPr>
        <p:txBody>
          <a:bodyPr>
            <a:noAutofit/>
          </a:bodyPr>
          <a:lstStyle>
            <a:lvl1pPr marL="0" indent="0" algn="ctr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Альтернативные решения</a:t>
            </a:r>
            <a:endParaRPr/>
          </a:p>
        </p:txBody>
      </p:sp>
      <p:sp>
        <p:nvSpPr>
          <p:cNvPr id="1824751634" name="Текст 35"/>
          <p:cNvSpPr>
            <a:spLocks noGrp="1"/>
          </p:cNvSpPr>
          <p:nvPr>
            <p:ph type="body" sz="quarter" idx="35" hasCustomPrompt="1"/>
          </p:nvPr>
        </p:nvSpPr>
        <p:spPr bwMode="auto">
          <a:xfrm>
            <a:off x="8385481" y="3252336"/>
            <a:ext cx="3264113" cy="391783"/>
          </a:xfrm>
          <a:prstGeom prst="roundRect">
            <a:avLst>
              <a:gd name="adj" fmla="val 10167"/>
            </a:avLst>
          </a:prstGeom>
          <a:noFill/>
        </p:spPr>
        <p:txBody>
          <a:bodyPr>
            <a:noAutofit/>
          </a:bodyPr>
          <a:lstStyle>
            <a:lvl1pPr marL="0" indent="0" algn="ctr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Решение</a:t>
            </a:r>
            <a:endParaRPr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Демо_1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06479762" name="Picture Placeholder 1"/>
          <p:cNvSpPr>
            <a:spLocks noGrp="1"/>
          </p:cNvSpPr>
          <p:nvPr>
            <p:ph type="pic" sz="quarter" idx="14"/>
          </p:nvPr>
        </p:nvSpPr>
        <p:spPr bwMode="auto">
          <a:xfrm>
            <a:off x="4162940" y="1264478"/>
            <a:ext cx="3866121" cy="2436377"/>
          </a:xfrm>
        </p:spPr>
      </p:sp>
      <p:sp>
        <p:nvSpPr>
          <p:cNvPr id="717428653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4D396B86-640F-4AD1-BBB2-E085B6CD8771}" type="datetime1">
              <a:rPr lang="ru-RU"/>
              <a:t>05.10.2026</a:t>
            </a:fld>
            <a:endParaRPr lang="ru-RU"/>
          </a:p>
        </p:txBody>
      </p:sp>
      <p:sp>
        <p:nvSpPr>
          <p:cNvPr id="118110315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1323163083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  <p:sp>
        <p:nvSpPr>
          <p:cNvPr id="1875470756" name="Заголовок 1"/>
          <p:cNvSpPr>
            <a:spLocks noGrp="1"/>
          </p:cNvSpPr>
          <p:nvPr>
            <p:ph type="title"/>
          </p:nvPr>
        </p:nvSpPr>
        <p:spPr bwMode="auto"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243441176" name="Текст 7"/>
          <p:cNvSpPr>
            <a:spLocks noGrp="1"/>
          </p:cNvSpPr>
          <p:nvPr>
            <p:ph type="body" sz="quarter" idx="15"/>
          </p:nvPr>
        </p:nvSpPr>
        <p:spPr bwMode="auto">
          <a:xfrm>
            <a:off x="346075" y="4656083"/>
            <a:ext cx="3626835" cy="1544692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1805010163" name="Текст 7"/>
          <p:cNvSpPr>
            <a:spLocks noGrp="1"/>
          </p:cNvSpPr>
          <p:nvPr>
            <p:ph type="body" sz="quarter" idx="16"/>
          </p:nvPr>
        </p:nvSpPr>
        <p:spPr bwMode="auto">
          <a:xfrm>
            <a:off x="4240502" y="4656083"/>
            <a:ext cx="3626835" cy="1544692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1215915603" name="Текст 7"/>
          <p:cNvSpPr>
            <a:spLocks noGrp="1"/>
          </p:cNvSpPr>
          <p:nvPr>
            <p:ph type="body" sz="quarter" idx="17"/>
          </p:nvPr>
        </p:nvSpPr>
        <p:spPr bwMode="auto">
          <a:xfrm>
            <a:off x="8230203" y="4656083"/>
            <a:ext cx="3626835" cy="1544692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1_Демо_1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66042062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93AF0E63-1EB1-47F5-B09E-CA3E5DE528F3}" type="datetime1">
              <a:rPr lang="ru-RU"/>
              <a:t>05.10.2026</a:t>
            </a:fld>
            <a:endParaRPr lang="ru-RU"/>
          </a:p>
        </p:txBody>
      </p:sp>
      <p:sp>
        <p:nvSpPr>
          <p:cNvPr id="1227583562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1554626702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  <p:sp>
        <p:nvSpPr>
          <p:cNvPr id="1510891859" name="Заголовок 1"/>
          <p:cNvSpPr>
            <a:spLocks noGrp="1"/>
          </p:cNvSpPr>
          <p:nvPr>
            <p:ph type="title"/>
          </p:nvPr>
        </p:nvSpPr>
        <p:spPr bwMode="auto">
          <a:xfrm>
            <a:off x="353289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767031928" name="Текст 7"/>
          <p:cNvSpPr>
            <a:spLocks noGrp="1"/>
          </p:cNvSpPr>
          <p:nvPr>
            <p:ph type="body" sz="quarter" idx="15"/>
          </p:nvPr>
        </p:nvSpPr>
        <p:spPr bwMode="auto">
          <a:xfrm>
            <a:off x="1210643" y="4324451"/>
            <a:ext cx="4121687" cy="1612262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429539246" name="Текст 7"/>
          <p:cNvSpPr>
            <a:spLocks noGrp="1"/>
          </p:cNvSpPr>
          <p:nvPr>
            <p:ph type="body" sz="quarter" idx="16"/>
          </p:nvPr>
        </p:nvSpPr>
        <p:spPr bwMode="auto">
          <a:xfrm>
            <a:off x="6857950" y="4324451"/>
            <a:ext cx="4121687" cy="1612262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1975278949" name="Picture Placeholder 1"/>
          <p:cNvSpPr>
            <a:spLocks noGrp="1"/>
          </p:cNvSpPr>
          <p:nvPr>
            <p:ph type="pic" sz="quarter" idx="14"/>
          </p:nvPr>
        </p:nvSpPr>
        <p:spPr bwMode="auto">
          <a:xfrm>
            <a:off x="1210642" y="1577998"/>
            <a:ext cx="4121688" cy="2283975"/>
          </a:xfrm>
        </p:spPr>
      </p:sp>
      <p:sp>
        <p:nvSpPr>
          <p:cNvPr id="427463960" name="Picture Placeholder 1"/>
          <p:cNvSpPr>
            <a:spLocks noGrp="1"/>
          </p:cNvSpPr>
          <p:nvPr>
            <p:ph type="pic" sz="quarter" idx="18"/>
          </p:nvPr>
        </p:nvSpPr>
        <p:spPr bwMode="auto">
          <a:xfrm>
            <a:off x="6855540" y="1577998"/>
            <a:ext cx="4121688" cy="2283975"/>
          </a:xfrm>
        </p:spPr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2_Демо_1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46216125" name="Picture Placeholder 1"/>
          <p:cNvSpPr>
            <a:spLocks noGrp="1"/>
          </p:cNvSpPr>
          <p:nvPr>
            <p:ph type="pic" sz="quarter" idx="14"/>
          </p:nvPr>
        </p:nvSpPr>
        <p:spPr bwMode="auto">
          <a:xfrm>
            <a:off x="5009872" y="1235915"/>
            <a:ext cx="2172255" cy="4602697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278636159" name="Текст 35"/>
          <p:cNvSpPr>
            <a:spLocks noGrp="1"/>
          </p:cNvSpPr>
          <p:nvPr>
            <p:ph type="body" sz="quarter" idx="21"/>
          </p:nvPr>
        </p:nvSpPr>
        <p:spPr bwMode="auto">
          <a:xfrm>
            <a:off x="356349" y="1641283"/>
            <a:ext cx="3812931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1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268791019" name="Текст 35"/>
          <p:cNvSpPr>
            <a:spLocks noGrp="1"/>
          </p:cNvSpPr>
          <p:nvPr>
            <p:ph type="body" sz="quarter" idx="18"/>
          </p:nvPr>
        </p:nvSpPr>
        <p:spPr bwMode="auto">
          <a:xfrm>
            <a:off x="356349" y="2020820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861198320" name="Текст 35"/>
          <p:cNvSpPr>
            <a:spLocks noGrp="1"/>
          </p:cNvSpPr>
          <p:nvPr>
            <p:ph type="body" sz="quarter" idx="22"/>
          </p:nvPr>
        </p:nvSpPr>
        <p:spPr bwMode="auto">
          <a:xfrm>
            <a:off x="8040020" y="1641283"/>
            <a:ext cx="3812931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5">
                    <a:lumMod val="20000"/>
                    <a:lumOff val="80000"/>
                  </a:schemeClr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2090125016" name="Текст 35"/>
          <p:cNvSpPr>
            <a:spLocks noGrp="1"/>
          </p:cNvSpPr>
          <p:nvPr>
            <p:ph type="body" sz="quarter" idx="23"/>
          </p:nvPr>
        </p:nvSpPr>
        <p:spPr bwMode="auto">
          <a:xfrm>
            <a:off x="8040020" y="2020820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648526428" name="Текст 35"/>
          <p:cNvSpPr>
            <a:spLocks noGrp="1"/>
          </p:cNvSpPr>
          <p:nvPr>
            <p:ph type="body" sz="quarter" idx="24"/>
          </p:nvPr>
        </p:nvSpPr>
        <p:spPr bwMode="auto">
          <a:xfrm>
            <a:off x="356349" y="3864598"/>
            <a:ext cx="3812931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4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987158458" name="Текст 35"/>
          <p:cNvSpPr>
            <a:spLocks noGrp="1"/>
          </p:cNvSpPr>
          <p:nvPr>
            <p:ph type="body" sz="quarter" idx="25"/>
          </p:nvPr>
        </p:nvSpPr>
        <p:spPr bwMode="auto">
          <a:xfrm>
            <a:off x="356349" y="4244135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415837805" name="Текст 35"/>
          <p:cNvSpPr>
            <a:spLocks noGrp="1"/>
          </p:cNvSpPr>
          <p:nvPr>
            <p:ph type="body" sz="quarter" idx="26"/>
          </p:nvPr>
        </p:nvSpPr>
        <p:spPr bwMode="auto">
          <a:xfrm>
            <a:off x="8040020" y="3864598"/>
            <a:ext cx="3812931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535238497" name="Текст 35"/>
          <p:cNvSpPr>
            <a:spLocks noGrp="1"/>
          </p:cNvSpPr>
          <p:nvPr>
            <p:ph type="body" sz="quarter" idx="27"/>
          </p:nvPr>
        </p:nvSpPr>
        <p:spPr bwMode="auto">
          <a:xfrm>
            <a:off x="8040020" y="4244135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cxnSp>
        <p:nvCxnSpPr>
          <p:cNvPr id="342752159" name="Google Shape;2799;p94"/>
          <p:cNvCxnSpPr/>
          <p:nvPr userDrawn="1"/>
        </p:nvCxnSpPr>
        <p:spPr bwMode="auto">
          <a:xfrm>
            <a:off x="4244694" y="1870413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695697287" name="Google Shape;2799;p94"/>
          <p:cNvCxnSpPr/>
          <p:nvPr userDrawn="1"/>
        </p:nvCxnSpPr>
        <p:spPr bwMode="auto">
          <a:xfrm>
            <a:off x="4244694" y="4094630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171379775" name="Google Shape;2799;p94"/>
          <p:cNvCxnSpPr/>
          <p:nvPr userDrawn="1"/>
        </p:nvCxnSpPr>
        <p:spPr bwMode="auto">
          <a:xfrm>
            <a:off x="7250583" y="1870413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5">
                <a:lumMod val="20000"/>
                <a:lumOff val="80000"/>
              </a:schemeClr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327052810" name="Google Shape;2799;p94"/>
          <p:cNvCxnSpPr/>
          <p:nvPr userDrawn="1"/>
        </p:nvCxnSpPr>
        <p:spPr bwMode="auto">
          <a:xfrm>
            <a:off x="7250583" y="4094630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3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58978518" name="Заголовок 3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1589198313" name="Дата 8"/>
          <p:cNvSpPr>
            <a:spLocks noGrp="1"/>
          </p:cNvSpPr>
          <p:nvPr>
            <p:ph type="dt" sz="half" idx="28"/>
          </p:nvPr>
        </p:nvSpPr>
        <p:spPr bwMode="auto"/>
        <p:txBody>
          <a:bodyPr/>
          <a:lstStyle/>
          <a:p>
            <a:pPr>
              <a:defRPr/>
            </a:pPr>
            <a:fld id="{9D490EE5-ED7D-46E8-8345-A78A0CB0F4A4}" type="datetime1">
              <a:rPr lang="ru-RU"/>
              <a:t>05.10.2026</a:t>
            </a:fld>
            <a:endParaRPr lang="ru-RU"/>
          </a:p>
        </p:txBody>
      </p:sp>
      <p:sp>
        <p:nvSpPr>
          <p:cNvPr id="728011595" name="Нижний колонтитул 9"/>
          <p:cNvSpPr>
            <a:spLocks noGrp="1"/>
          </p:cNvSpPr>
          <p:nvPr>
            <p:ph type="ftr" sz="quarter" idx="29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358110987" name="Номер слайда 10"/>
          <p:cNvSpPr>
            <a:spLocks noGrp="1"/>
          </p:cNvSpPr>
          <p:nvPr>
            <p:ph type="sldNum" sz="quarter" idx="30"/>
          </p:nvPr>
        </p:nvSpPr>
        <p:spPr bwMode="auto"/>
        <p:txBody>
          <a:bodyPr/>
          <a:lstStyle/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3_Демо_1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9742231" name="Picture Placeholder 1"/>
          <p:cNvSpPr>
            <a:spLocks noGrp="1"/>
          </p:cNvSpPr>
          <p:nvPr>
            <p:ph type="pic" sz="quarter" idx="14"/>
          </p:nvPr>
        </p:nvSpPr>
        <p:spPr bwMode="auto">
          <a:xfrm>
            <a:off x="1001459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1031844001" name="Picture Placeholder 1"/>
          <p:cNvSpPr>
            <a:spLocks noGrp="1"/>
          </p:cNvSpPr>
          <p:nvPr>
            <p:ph type="pic" sz="quarter" idx="15"/>
          </p:nvPr>
        </p:nvSpPr>
        <p:spPr bwMode="auto">
          <a:xfrm>
            <a:off x="3831097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1600626453" name="Picture Placeholder 1"/>
          <p:cNvSpPr>
            <a:spLocks noGrp="1"/>
          </p:cNvSpPr>
          <p:nvPr>
            <p:ph type="pic" sz="quarter" idx="16"/>
          </p:nvPr>
        </p:nvSpPr>
        <p:spPr bwMode="auto">
          <a:xfrm>
            <a:off x="6660734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754400694" name="Picture Placeholder 1"/>
          <p:cNvSpPr>
            <a:spLocks noGrp="1"/>
          </p:cNvSpPr>
          <p:nvPr>
            <p:ph type="pic" sz="quarter" idx="17"/>
          </p:nvPr>
        </p:nvSpPr>
        <p:spPr bwMode="auto">
          <a:xfrm>
            <a:off x="9490368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776155360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DC8C16AD-D907-4463-BE30-FCBB33ACAE3F}" type="datetime1">
              <a:rPr lang="ru-RU"/>
              <a:t>05.10.2026</a:t>
            </a:fld>
            <a:endParaRPr lang="ru-RU"/>
          </a:p>
        </p:txBody>
      </p:sp>
      <p:sp>
        <p:nvSpPr>
          <p:cNvPr id="701053349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280099319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  <p:sp>
        <p:nvSpPr>
          <p:cNvPr id="1549483550" name="Текст 7"/>
          <p:cNvSpPr>
            <a:spLocks noGrp="1"/>
          </p:cNvSpPr>
          <p:nvPr>
            <p:ph type="body" sz="quarter" idx="18"/>
          </p:nvPr>
        </p:nvSpPr>
        <p:spPr bwMode="auto">
          <a:xfrm>
            <a:off x="346076" y="4929435"/>
            <a:ext cx="2739248" cy="1271340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1911771125" name="Текст 7"/>
          <p:cNvSpPr>
            <a:spLocks noGrp="1"/>
          </p:cNvSpPr>
          <p:nvPr>
            <p:ph type="body" sz="quarter" idx="19"/>
          </p:nvPr>
        </p:nvSpPr>
        <p:spPr bwMode="auto">
          <a:xfrm>
            <a:off x="3269562" y="4929435"/>
            <a:ext cx="2739248" cy="1271340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41227089" name="Текст 7"/>
          <p:cNvSpPr>
            <a:spLocks noGrp="1"/>
          </p:cNvSpPr>
          <p:nvPr>
            <p:ph type="body" sz="quarter" idx="20"/>
          </p:nvPr>
        </p:nvSpPr>
        <p:spPr bwMode="auto">
          <a:xfrm>
            <a:off x="6193048" y="4929435"/>
            <a:ext cx="2739248" cy="1271340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1321670323" name="Текст 7"/>
          <p:cNvSpPr>
            <a:spLocks noGrp="1"/>
          </p:cNvSpPr>
          <p:nvPr>
            <p:ph type="body" sz="quarter" idx="21"/>
          </p:nvPr>
        </p:nvSpPr>
        <p:spPr bwMode="auto">
          <a:xfrm>
            <a:off x="9116535" y="4929435"/>
            <a:ext cx="2739248" cy="1271340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1695981133" name="Заголовок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0" showMasterPhAnim="0" showMasterSp="1" userDrawn="1">
  <p:cSld name="Пустой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slideLayout" Target="../slideLayouts/slideLayout21.xml"/><Relationship Id="rId22" Type="http://schemas.openxmlformats.org/officeDocument/2006/relationships/slideLayout" Target="../slideLayouts/slideLayout22.xml"/><Relationship Id="rId23" Type="http://schemas.openxmlformats.org/officeDocument/2006/relationships/slideLayout" Target="../slideLayouts/slideLayout23.xml"/><Relationship Id="rId24" Type="http://schemas.openxmlformats.org/officeDocument/2006/relationships/theme" Target="../theme/theme1.xml"/><Relationship Id="rId25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preserve="0">
  <p:cSld name="">
    <p:bg>
      <p:bgPr shadeToTitle="0">
        <a:blipFill rotWithShape="1">
          <a:blip r:embed="rId25">
            <a:lum/>
          </a:blip>
          <a:stretch/>
        </a:blip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56966687" name="Заголовок 1"/>
          <p:cNvSpPr>
            <a:spLocks noGrp="1"/>
          </p:cNvSpPr>
          <p:nvPr>
            <p:ph type="title"/>
          </p:nvPr>
        </p:nvSpPr>
        <p:spPr bwMode="auto"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1826074559" name="Текст 2"/>
          <p:cNvSpPr>
            <a:spLocks noGrp="1"/>
          </p:cNvSpPr>
          <p:nvPr>
            <p:ph type="body" idx="1"/>
          </p:nvPr>
        </p:nvSpPr>
        <p:spPr bwMode="auto">
          <a:xfrm>
            <a:off x="315392" y="1016177"/>
            <a:ext cx="11561229" cy="516079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239071074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9D490EE5-ED7D-46E8-8345-A78A0CB0F4A4}" type="datetime1">
              <a:rPr lang="ru-RU"/>
              <a:t>05.10.2026</a:t>
            </a:fld>
            <a:endParaRPr lang="ru-RU"/>
          </a:p>
        </p:txBody>
      </p:sp>
      <p:sp>
        <p:nvSpPr>
          <p:cNvPr id="1345773739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1877052695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6</a:t>
            </a:fld>
            <a:endParaRPr lang="ru-RU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  <p:sldLayoutId id="2147483663" r:id="rId15"/>
    <p:sldLayoutId id="2147483664" r:id="rId16"/>
    <p:sldLayoutId id="2147483665" r:id="rId17"/>
    <p:sldLayoutId id="2147483666" r:id="rId18"/>
    <p:sldLayoutId id="2147483667" r:id="rId19"/>
    <p:sldLayoutId id="2147483668" r:id="rId20"/>
    <p:sldLayoutId id="2147483669" r:id="rId21"/>
    <p:sldLayoutId id="2147483670" r:id="rId22"/>
    <p:sldLayoutId id="2147483671" r:id="rId23"/>
  </p:sldLayoutIdLst>
  <p:hf dt="0" ftr="0" hdr="0" sldNum="1"/>
  <p:txStyles>
    <p:titleStyle>
      <a:lvl1pPr algn="l" defTabSz="578755" rtl="0">
        <a:lnSpc>
          <a:spcPct val="90000"/>
        </a:lnSpc>
        <a:spcBef>
          <a:spcPts val="0"/>
        </a:spcBef>
        <a:buNone/>
        <a:defRPr sz="2000" b="1">
          <a:solidFill>
            <a:schemeClr val="bg1">
              <a:lumMod val="95000"/>
            </a:schemeClr>
          </a:solidFill>
          <a:latin typeface="+mj-lt"/>
          <a:ea typeface="+mj-ea"/>
          <a:cs typeface="Amatic SC"/>
        </a:defRPr>
      </a:lvl1pPr>
    </p:titleStyle>
    <p:bodyStyle>
      <a:lvl1pPr marL="144688" indent="-144688" algn="l" defTabSz="578755" rtl="0">
        <a:lnSpc>
          <a:spcPct val="90000"/>
        </a:lnSpc>
        <a:spcBef>
          <a:spcPts val="631"/>
        </a:spcBef>
        <a:buFont typeface="Arial"/>
        <a:buChar char="•"/>
        <a:defRPr sz="145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1pPr>
      <a:lvl2pPr marL="434067" indent="-144688" algn="l" defTabSz="578755" rtl="0">
        <a:lnSpc>
          <a:spcPct val="90000"/>
        </a:lnSpc>
        <a:spcBef>
          <a:spcPts val="317"/>
        </a:spcBef>
        <a:buFont typeface="Arial"/>
        <a:buChar char="•"/>
        <a:defRPr sz="125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2pPr>
      <a:lvl3pPr marL="723445" indent="-144688" algn="l" defTabSz="578755" rtl="0">
        <a:lnSpc>
          <a:spcPct val="90000"/>
        </a:lnSpc>
        <a:spcBef>
          <a:spcPts val="317"/>
        </a:spcBef>
        <a:buFont typeface="Arial"/>
        <a:buChar char="•"/>
        <a:defRPr sz="10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3pPr>
      <a:lvl4pPr marL="1012822" indent="-144688" algn="l" defTabSz="578755" rtl="0">
        <a:lnSpc>
          <a:spcPct val="90000"/>
        </a:lnSpc>
        <a:spcBef>
          <a:spcPts val="317"/>
        </a:spcBef>
        <a:buFont typeface="Arial"/>
        <a:buChar char="•"/>
        <a:defRPr sz="9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4pPr>
      <a:lvl5pPr marL="1302200" indent="-144688" algn="l" defTabSz="578755" rtl="0">
        <a:lnSpc>
          <a:spcPct val="90000"/>
        </a:lnSpc>
        <a:spcBef>
          <a:spcPts val="317"/>
        </a:spcBef>
        <a:buFont typeface="Arial"/>
        <a:buChar char="•"/>
        <a:defRPr sz="9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5pPr>
      <a:lvl6pPr marL="1591575" indent="-144688" algn="l" defTabSz="578755" rtl="0">
        <a:lnSpc>
          <a:spcPct val="90000"/>
        </a:lnSpc>
        <a:spcBef>
          <a:spcPts val="317"/>
        </a:spcBef>
        <a:buFont typeface="Arial"/>
        <a:buChar char="•"/>
        <a:defRPr sz="1150">
          <a:solidFill>
            <a:schemeClr val="tx1"/>
          </a:solidFill>
          <a:latin typeface="+mn-lt"/>
          <a:ea typeface="+mn-ea"/>
          <a:cs typeface="+mn-cs"/>
        </a:defRPr>
      </a:lvl6pPr>
      <a:lvl7pPr marL="1880955" indent="-144688" algn="l" defTabSz="578755" rtl="0">
        <a:lnSpc>
          <a:spcPct val="90000"/>
        </a:lnSpc>
        <a:spcBef>
          <a:spcPts val="317"/>
        </a:spcBef>
        <a:buFont typeface="Arial"/>
        <a:buChar char="•"/>
        <a:defRPr sz="1150">
          <a:solidFill>
            <a:schemeClr val="tx1"/>
          </a:solidFill>
          <a:latin typeface="+mn-lt"/>
          <a:ea typeface="+mn-ea"/>
          <a:cs typeface="+mn-cs"/>
        </a:defRPr>
      </a:lvl7pPr>
      <a:lvl8pPr marL="2170334" indent="-144688" algn="l" defTabSz="578755" rtl="0">
        <a:lnSpc>
          <a:spcPct val="90000"/>
        </a:lnSpc>
        <a:spcBef>
          <a:spcPts val="317"/>
        </a:spcBef>
        <a:buFont typeface="Arial"/>
        <a:buChar char="•"/>
        <a:defRPr sz="1150">
          <a:solidFill>
            <a:schemeClr val="tx1"/>
          </a:solidFill>
          <a:latin typeface="+mn-lt"/>
          <a:ea typeface="+mn-ea"/>
          <a:cs typeface="+mn-cs"/>
        </a:defRPr>
      </a:lvl8pPr>
      <a:lvl9pPr marL="2459712" indent="-144688" algn="l" defTabSz="578755" rtl="0">
        <a:lnSpc>
          <a:spcPct val="90000"/>
        </a:lnSpc>
        <a:spcBef>
          <a:spcPts val="317"/>
        </a:spcBef>
        <a:buFont typeface="Arial"/>
        <a:buChar char="•"/>
        <a:defRPr sz="115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578755" rtl="0">
        <a:defRPr sz="1150">
          <a:solidFill>
            <a:schemeClr val="tx1"/>
          </a:solidFill>
          <a:latin typeface="+mn-lt"/>
          <a:ea typeface="+mn-ea"/>
          <a:cs typeface="+mn-cs"/>
        </a:defRPr>
      </a:lvl1pPr>
      <a:lvl2pPr marL="289378" algn="l" defTabSz="578755" rtl="0">
        <a:defRPr sz="1150">
          <a:solidFill>
            <a:schemeClr val="tx1"/>
          </a:solidFill>
          <a:latin typeface="+mn-lt"/>
          <a:ea typeface="+mn-ea"/>
          <a:cs typeface="+mn-cs"/>
        </a:defRPr>
      </a:lvl2pPr>
      <a:lvl3pPr marL="578755" algn="l" defTabSz="578755" rtl="0">
        <a:defRPr sz="1150">
          <a:solidFill>
            <a:schemeClr val="tx1"/>
          </a:solidFill>
          <a:latin typeface="+mn-lt"/>
          <a:ea typeface="+mn-ea"/>
          <a:cs typeface="+mn-cs"/>
        </a:defRPr>
      </a:lvl3pPr>
      <a:lvl4pPr marL="868132" algn="l" defTabSz="578755" rtl="0">
        <a:defRPr sz="1150">
          <a:solidFill>
            <a:schemeClr val="tx1"/>
          </a:solidFill>
          <a:latin typeface="+mn-lt"/>
          <a:ea typeface="+mn-ea"/>
          <a:cs typeface="+mn-cs"/>
        </a:defRPr>
      </a:lvl4pPr>
      <a:lvl5pPr marL="1157510" algn="l" defTabSz="578755" rtl="0">
        <a:defRPr sz="1150">
          <a:solidFill>
            <a:schemeClr val="tx1"/>
          </a:solidFill>
          <a:latin typeface="+mn-lt"/>
          <a:ea typeface="+mn-ea"/>
          <a:cs typeface="+mn-cs"/>
        </a:defRPr>
      </a:lvl5pPr>
      <a:lvl6pPr marL="1446887" algn="l" defTabSz="578755" rtl="0">
        <a:defRPr sz="1150">
          <a:solidFill>
            <a:schemeClr val="tx1"/>
          </a:solidFill>
          <a:latin typeface="+mn-lt"/>
          <a:ea typeface="+mn-ea"/>
          <a:cs typeface="+mn-cs"/>
        </a:defRPr>
      </a:lvl6pPr>
      <a:lvl7pPr marL="1736266" algn="l" defTabSz="578755" rtl="0">
        <a:defRPr sz="1150">
          <a:solidFill>
            <a:schemeClr val="tx1"/>
          </a:solidFill>
          <a:latin typeface="+mn-lt"/>
          <a:ea typeface="+mn-ea"/>
          <a:cs typeface="+mn-cs"/>
        </a:defRPr>
      </a:lvl7pPr>
      <a:lvl8pPr marL="2025644" algn="l" defTabSz="578755" rtl="0">
        <a:defRPr sz="1150">
          <a:solidFill>
            <a:schemeClr val="tx1"/>
          </a:solidFill>
          <a:latin typeface="+mn-lt"/>
          <a:ea typeface="+mn-ea"/>
          <a:cs typeface="+mn-cs"/>
        </a:defRPr>
      </a:lvl8pPr>
      <a:lvl9pPr marL="2315021" algn="l" defTabSz="578755" rtl="0">
        <a:defRPr sz="11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8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0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5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4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3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image" Target="../media/image11.png"/><Relationship Id="rId3" Type="http://schemas.openxmlformats.org/officeDocument/2006/relationships/notesSlide" Target="../notesSlides/notesSlide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image" Target="../media/image12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image" Target="../media/image13.pn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image" Target="../media/image14.pn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image" Target="../media/image15.pn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image" Target="../media/image16.png"/><Relationship Id="rId3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77787526" name="Заголовок 2"/>
          <p:cNvSpPr>
            <a:spLocks noGrp="1"/>
          </p:cNvSpPr>
          <p:nvPr>
            <p:ph type="ctrTitle"/>
          </p:nvPr>
        </p:nvSpPr>
        <p:spPr bwMode="auto">
          <a:xfrm>
            <a:off x="1" y="3894513"/>
            <a:ext cx="6271845" cy="1706743"/>
          </a:xfrm>
        </p:spPr>
        <p:txBody>
          <a:bodyPr/>
          <a:lstStyle/>
          <a:p>
            <a:pPr marL="268288" indent="0">
              <a:defRPr/>
            </a:pPr>
            <a:r>
              <a:t>ФСП Талант</a:t>
            </a:r>
            <a:endParaRPr lang="ru-RU" sz="4800"/>
          </a:p>
        </p:txBody>
      </p:sp>
      <p:sp>
        <p:nvSpPr>
          <p:cNvPr id="1436879255" name="Текст 4"/>
          <p:cNvSpPr>
            <a:spLocks noGrp="1"/>
          </p:cNvSpPr>
          <p:nvPr>
            <p:ph type="body" sz="quarter" idx="12"/>
          </p:nvPr>
        </p:nvSpPr>
        <p:spPr bwMode="auto">
          <a:xfrm>
            <a:off x="0" y="5659501"/>
            <a:ext cx="8930641" cy="757174"/>
          </a:xfrm>
        </p:spPr>
        <p:txBody>
          <a:bodyPr anchor="ctr">
            <a:normAutofit lnSpcReduction="10000"/>
          </a:bodyPr>
          <a:lstStyle/>
          <a:p>
            <a:pPr marL="271463" indent="-3175">
              <a:defRPr/>
            </a:pPr>
            <a:r>
              <a:rPr lang="ru-RU"/>
              <a:t>Цифровая платформа-агрегатор ИТ-вакансий </a:t>
            </a:r>
            <a:br>
              <a:rPr lang="ru-RU"/>
            </a:br>
            <a:r>
              <a:rPr lang="ru-RU"/>
              <a:t>с верифицированным профилем достижений </a:t>
            </a:r>
            <a:br>
              <a:rPr lang="ru-RU"/>
            </a:br>
            <a:r>
              <a:rPr lang="ru-RU"/>
              <a:t>участника Федерации спортивного программирования (ФСП)</a:t>
            </a:r>
            <a:endParaRPr/>
          </a:p>
        </p:txBody>
      </p:sp>
      <p:sp>
        <p:nvSpPr>
          <p:cNvPr id="277087899" name="Скругленный прямоугольник 1"/>
          <p:cNvSpPr/>
          <p:nvPr/>
        </p:nvSpPr>
        <p:spPr bwMode="auto">
          <a:xfrm>
            <a:off x="-296709" y="-313993"/>
            <a:ext cx="6125156" cy="2285622"/>
          </a:xfrm>
          <a:prstGeom prst="roundRect">
            <a:avLst>
              <a:gd name="adj" fmla="val 9821"/>
            </a:avLst>
          </a:prstGeom>
          <a:noFill/>
          <a:ln w="9525" cap="flat" cmpd="sng" algn="ctr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pic>
        <p:nvPicPr>
          <p:cNvPr id="1955825710" name="Рисунок 9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346075" y="631174"/>
            <a:ext cx="4905194" cy="620035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blipFill rotWithShape="1">
          <a:blip r:embed="rId3">
            <a:lum/>
          </a:blip>
          <a:stretch/>
        </a:blip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5363902" name="Прямоугольник 2"/>
          <p:cNvSpPr/>
          <p:nvPr/>
        </p:nvSpPr>
        <p:spPr bwMode="auto">
          <a:xfrm>
            <a:off x="0" y="2971800"/>
            <a:ext cx="6456363" cy="3886200"/>
          </a:xfrm>
          <a:prstGeom prst="rect">
            <a:avLst/>
          </a:prstGeom>
          <a:solidFill>
            <a:srgbClr val="DCCEE4">
              <a:alpha val="49804"/>
            </a:srgbClr>
          </a:solidFill>
          <a:ln>
            <a:noFill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defRPr/>
            </a:pPr>
            <a:endParaRPr lang="ru-RU"/>
          </a:p>
        </p:txBody>
      </p:sp>
      <p:sp>
        <p:nvSpPr>
          <p:cNvPr id="791075830" name="Рисунок 1"/>
          <p:cNvSpPr>
            <a:spLocks noGrp="1"/>
          </p:cNvSpPr>
          <p:nvPr>
            <p:ph type="pic" sz="quarter" idx="10"/>
          </p:nvPr>
        </p:nvSpPr>
        <p:spPr bwMode="auto">
          <a:xfrm>
            <a:off x="0" y="335267"/>
            <a:ext cx="6456363" cy="2971784"/>
          </a:xfrm>
        </p:spPr>
        <p:txBody>
          <a:bodyPr/>
          <a:p/>
        </p:txBody>
      </p:sp>
      <p:sp>
        <p:nvSpPr>
          <p:cNvPr id="1898203353" name="Текст 8"/>
          <p:cNvSpPr txBox="1"/>
          <p:nvPr/>
        </p:nvSpPr>
        <p:spPr bwMode="auto">
          <a:xfrm>
            <a:off x="6819904" y="2303118"/>
            <a:ext cx="4945564" cy="668667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  <a:defRPr/>
            </a:pPr>
            <a:r>
              <a:rPr lang="ru-RU" sz="1600" b="1">
                <a:solidFill>
                  <a:schemeClr val="accent5"/>
                </a:solidFill>
              </a:rPr>
              <a:t>Краткое описание решения:</a:t>
            </a:r>
            <a:endParaRPr/>
          </a:p>
        </p:txBody>
      </p:sp>
      <p:sp>
        <p:nvSpPr>
          <p:cNvPr id="391829878" name="Текст 8"/>
          <p:cNvSpPr txBox="1"/>
          <p:nvPr/>
        </p:nvSpPr>
        <p:spPr bwMode="auto">
          <a:xfrm>
            <a:off x="6836606" y="4876070"/>
            <a:ext cx="4945565" cy="89003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Font typeface="Wingdings"/>
              <a:buNone/>
              <a:defRPr/>
            </a:pPr>
            <a:r>
              <a:rPr lang="ru-RU">
                <a:solidFill>
                  <a:schemeClr val="tx1"/>
                </a:solidFill>
              </a:rPr>
              <a:t>Тест каждый раз с новыми числами. ФСП не меняет грейд. У каждой цифры есть команда проверки.</a:t>
            </a:r>
            <a:endParaRPr/>
          </a:p>
        </p:txBody>
      </p:sp>
      <p:sp>
        <p:nvSpPr>
          <p:cNvPr id="57421302" name="Текст 8"/>
          <p:cNvSpPr txBox="1"/>
          <p:nvPr/>
        </p:nvSpPr>
        <p:spPr bwMode="auto">
          <a:xfrm>
            <a:off x="334962" y="3883009"/>
            <a:ext cx="5629858" cy="2399033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ru-RU" b="1">
                <a:solidFill>
                  <a:schemeClr val="tx1"/>
                </a:solidFill>
              </a:rPr>
              <a:t>Капитан: </a:t>
            </a:r>
            <a:r>
              <a:rPr lang="ru-RU">
                <a:solidFill>
                  <a:schemeClr val="tx1"/>
                </a:solidFill>
              </a:rPr>
              <a:t>заполнит владелец</a:t>
            </a:r>
            <a:endParaRPr/>
          </a:p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ru-RU" b="1">
                <a:solidFill>
                  <a:schemeClr val="tx1"/>
                </a:solidFill>
              </a:rPr>
              <a:t>Кол-во участников: </a:t>
            </a:r>
            <a:r>
              <a:rPr lang="ru-RU">
                <a:solidFill>
                  <a:schemeClr val="tx1"/>
                </a:solidFill>
              </a:rPr>
              <a:t>заполнит владелец</a:t>
            </a:r>
            <a:endParaRPr/>
          </a:p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ru-RU" b="1">
                <a:solidFill>
                  <a:schemeClr val="tx1"/>
                </a:solidFill>
              </a:rPr>
              <a:t>Краткое описание: заполнит владелец</a:t>
            </a:r>
            <a:endParaRPr/>
          </a:p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ru-RU" b="1">
                <a:solidFill>
                  <a:schemeClr val="tx1"/>
                </a:solidFill>
              </a:rPr>
              <a:t>Город и регион: заполнит владелец</a:t>
            </a:r>
            <a:endParaRPr/>
          </a:p>
        </p:txBody>
      </p:sp>
      <p:sp>
        <p:nvSpPr>
          <p:cNvPr id="2060098203" name="Текст 8"/>
          <p:cNvSpPr txBox="1"/>
          <p:nvPr/>
        </p:nvSpPr>
        <p:spPr bwMode="auto">
          <a:xfrm>
            <a:off x="334962" y="3484785"/>
            <a:ext cx="2990173" cy="353935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  <a:defRPr/>
            </a:pPr>
            <a:r>
              <a:rPr lang="ru-RU" sz="1600" b="1">
                <a:solidFill>
                  <a:schemeClr val="accent5"/>
                </a:solidFill>
              </a:rPr>
              <a:t>О команде</a:t>
            </a:r>
            <a:endParaRPr/>
          </a:p>
        </p:txBody>
      </p:sp>
      <p:sp>
        <p:nvSpPr>
          <p:cNvPr id="1632337005" name="Заголовок 6"/>
          <p:cNvSpPr>
            <a:spLocks noGrp="1"/>
          </p:cNvSpPr>
          <p:nvPr>
            <p:ph type="title"/>
          </p:nvPr>
        </p:nvSpPr>
        <p:spPr bwMode="auto">
          <a:xfrm>
            <a:off x="6819903" y="1039236"/>
            <a:ext cx="3636703" cy="1015128"/>
          </a:xfrm>
        </p:spPr>
        <p:txBody>
          <a:bodyPr/>
          <a:lstStyle/>
          <a:p>
            <a:pPr>
              <a:defRPr/>
            </a:pPr>
            <a:endParaRPr lang="ru-RU" sz="2400">
              <a:solidFill>
                <a:schemeClr val="accent5"/>
              </a:solidFill>
              <a:latin typeface="Montserrat"/>
            </a:endParaRPr>
          </a:p>
        </p:txBody>
      </p:sp>
      <p:cxnSp>
        <p:nvCxnSpPr>
          <p:cNvPr id="225159956" name="Прямая соединительная линия 6"/>
          <p:cNvCxnSpPr/>
          <p:nvPr/>
        </p:nvCxnSpPr>
        <p:spPr bwMode="auto">
          <a:xfrm>
            <a:off x="6880774" y="2240031"/>
            <a:ext cx="4884824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691418568" name="Прямая соединительная линия 15"/>
          <p:cNvCxnSpPr/>
          <p:nvPr/>
        </p:nvCxnSpPr>
        <p:spPr bwMode="auto">
          <a:xfrm>
            <a:off x="6897347" y="4437879"/>
            <a:ext cx="4884824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2079138183" name="Прямая соединительная линия 16"/>
          <p:cNvCxnSpPr/>
          <p:nvPr/>
        </p:nvCxnSpPr>
        <p:spPr bwMode="auto">
          <a:xfrm>
            <a:off x="395833" y="3448639"/>
            <a:ext cx="5700167" cy="0"/>
          </a:xfrm>
          <a:prstGeom prst="line">
            <a:avLst/>
          </a:prstGeom>
          <a:ln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422160079" name="Текст 8"/>
          <p:cNvSpPr txBox="1"/>
          <p:nvPr/>
        </p:nvSpPr>
        <p:spPr bwMode="auto">
          <a:xfrm>
            <a:off x="6819904" y="4541737"/>
            <a:ext cx="4945564" cy="668667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  <a:defRPr/>
            </a:pPr>
            <a:r>
              <a:rPr lang="ru-RU" sz="1600" b="1">
                <a:solidFill>
                  <a:schemeClr val="accent5"/>
                </a:solidFill>
              </a:rPr>
              <a:t>Уникальность решения:</a:t>
            </a:r>
            <a:endParaRPr/>
          </a:p>
        </p:txBody>
      </p:sp>
      <p:sp>
        <p:nvSpPr>
          <p:cNvPr id="1269694680" name="Текст 8"/>
          <p:cNvSpPr txBox="1"/>
          <p:nvPr/>
        </p:nvSpPr>
        <p:spPr bwMode="auto">
          <a:xfrm>
            <a:off x="6808027" y="2619903"/>
            <a:ext cx="4945565" cy="89003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Font typeface="Wingdings"/>
              <a:buNone/>
              <a:defRPr/>
            </a:pPr>
            <a:r>
              <a:rPr lang="ru-RU">
                <a:solidFill>
                  <a:schemeClr val="tx1"/>
                </a:solidFill>
              </a:rPr>
              <a:t>Работодатель сам находит человека и зовёт его с вилкой. Грейд подтверждает только тест.</a:t>
            </a:r>
            <a:endParaRPr/>
          </a:p>
        </p:txBody>
      </p:sp>
      <p:sp>
        <p:nvSpPr>
          <p:cNvPr id="1542776484" name="Номер слайда 35"/>
          <p:cNvSpPr txBox="1"/>
          <p:nvPr/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/>
          <a:lstStyle>
            <a:defPPr>
              <a:defRPr lang="ru-RU"/>
            </a:defPPr>
            <a:lvl1pPr marL="0" algn="l" defTabSz="91422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110" algn="l" defTabSz="91422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220" algn="l" defTabSz="91422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329" algn="l" defTabSz="91422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439" algn="l" defTabSz="91422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5549" algn="l" defTabSz="91422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2658" algn="l" defTabSz="91422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199765" algn="l" defTabSz="91422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6877" algn="l" defTabSz="91422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defRPr/>
            </a:pPr>
            <a:fld id="{52DCC5B9-D646-4B76-891F-6FF4E74E9CB4}" type="slidenum">
              <a:rPr lang="ru-RU" sz="1200">
                <a:solidFill>
                  <a:schemeClr val="accent5"/>
                </a:solidFill>
              </a:rPr>
              <a:t>8</a:t>
            </a:fld>
            <a:endParaRPr lang="ru-RU" sz="1200">
              <a:solidFill>
                <a:schemeClr val="accent5"/>
              </a:solidFill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blipFill rotWithShape="1">
          <a:blip r:embed="rId3">
            <a:lum/>
          </a:blip>
          <a:stretch/>
        </a:blip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2852881" name="Скругленный прямоугольник 55"/>
          <p:cNvSpPr/>
          <p:nvPr/>
        </p:nvSpPr>
        <p:spPr bwMode="auto">
          <a:xfrm>
            <a:off x="2651394" y="1522006"/>
            <a:ext cx="2192713" cy="4834351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162782647" name="Текст 8"/>
          <p:cNvSpPr txBox="1"/>
          <p:nvPr/>
        </p:nvSpPr>
        <p:spPr bwMode="auto">
          <a:xfrm>
            <a:off x="2823678" y="4250028"/>
            <a:ext cx="1894354" cy="162461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600"/>
              </a:spcBef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Роль в команде</a:t>
            </a:r>
            <a:endParaRPr/>
          </a:p>
          <a:p>
            <a:pPr>
              <a:spcBef>
                <a:spcPts val="0"/>
              </a:spcBef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Ник в мессенджере</a:t>
            </a:r>
            <a:endParaRPr/>
          </a:p>
          <a:p>
            <a:pPr>
              <a:spcBef>
                <a:spcPts val="0"/>
              </a:spcBef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Номер телефона</a:t>
            </a:r>
            <a:endParaRPr/>
          </a:p>
          <a:p>
            <a:pPr>
              <a:spcBef>
                <a:spcPts val="0"/>
              </a:spcBef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Место работы/учебы</a:t>
            </a:r>
            <a:endParaRPr lang="ru-RU" sz="1200">
              <a:solidFill>
                <a:schemeClr val="tx1"/>
              </a:solidFill>
            </a:endParaRPr>
          </a:p>
        </p:txBody>
      </p:sp>
      <p:sp>
        <p:nvSpPr>
          <p:cNvPr id="455614498" name="Текст 8"/>
          <p:cNvSpPr txBox="1"/>
          <p:nvPr/>
        </p:nvSpPr>
        <p:spPr bwMode="auto">
          <a:xfrm>
            <a:off x="2823677" y="3622118"/>
            <a:ext cx="1722566" cy="62791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  <a:defRPr/>
            </a:pPr>
            <a:r>
              <a:rPr lang="ru-RU" sz="1600" b="1">
                <a:solidFill>
                  <a:schemeClr val="accent5"/>
                </a:solidFill>
              </a:rPr>
              <a:t>заполнит владелец</a:t>
            </a:r>
            <a:endParaRPr/>
          </a:p>
        </p:txBody>
      </p:sp>
      <p:sp>
        <p:nvSpPr>
          <p:cNvPr id="308009014" name="Скругленный прямоугольник 58"/>
          <p:cNvSpPr/>
          <p:nvPr/>
        </p:nvSpPr>
        <p:spPr bwMode="auto">
          <a:xfrm>
            <a:off x="4956712" y="1522006"/>
            <a:ext cx="2192713" cy="4834351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1153970231" name="Текст 8"/>
          <p:cNvSpPr txBox="1"/>
          <p:nvPr/>
        </p:nvSpPr>
        <p:spPr bwMode="auto">
          <a:xfrm>
            <a:off x="5128996" y="4250028"/>
            <a:ext cx="1894354" cy="162461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600"/>
              </a:spcBef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Роль в команде</a:t>
            </a:r>
            <a:endParaRPr/>
          </a:p>
          <a:p>
            <a:pPr>
              <a:spcBef>
                <a:spcPts val="0"/>
              </a:spcBef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Ник в мессенджере</a:t>
            </a:r>
            <a:endParaRPr/>
          </a:p>
          <a:p>
            <a:pPr>
              <a:spcBef>
                <a:spcPts val="0"/>
              </a:spcBef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Номер телефона</a:t>
            </a:r>
            <a:endParaRPr/>
          </a:p>
          <a:p>
            <a:pPr>
              <a:spcBef>
                <a:spcPts val="0"/>
              </a:spcBef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Место работы/учебы</a:t>
            </a:r>
            <a:endParaRPr lang="ru-RU" sz="1200">
              <a:solidFill>
                <a:schemeClr val="tx1"/>
              </a:solidFill>
            </a:endParaRPr>
          </a:p>
        </p:txBody>
      </p:sp>
      <p:sp>
        <p:nvSpPr>
          <p:cNvPr id="877699214" name="Текст 8"/>
          <p:cNvSpPr txBox="1"/>
          <p:nvPr/>
        </p:nvSpPr>
        <p:spPr bwMode="auto">
          <a:xfrm>
            <a:off x="5128995" y="3622118"/>
            <a:ext cx="1722566" cy="62791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  <a:defRPr/>
            </a:pPr>
            <a:r>
              <a:rPr lang="ru-RU" sz="1600" b="1">
                <a:solidFill>
                  <a:schemeClr val="accent5"/>
                </a:solidFill>
              </a:rPr>
              <a:t>заполнит владелец</a:t>
            </a:r>
            <a:endParaRPr/>
          </a:p>
        </p:txBody>
      </p:sp>
      <p:sp>
        <p:nvSpPr>
          <p:cNvPr id="795216931" name="Скругленный прямоугольник 61"/>
          <p:cNvSpPr/>
          <p:nvPr/>
        </p:nvSpPr>
        <p:spPr bwMode="auto">
          <a:xfrm>
            <a:off x="7262031" y="1522006"/>
            <a:ext cx="2192713" cy="4834351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2123892789" name="Текст 8"/>
          <p:cNvSpPr txBox="1"/>
          <p:nvPr/>
        </p:nvSpPr>
        <p:spPr bwMode="auto">
          <a:xfrm>
            <a:off x="7434315" y="4250028"/>
            <a:ext cx="1894354" cy="162461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600"/>
              </a:spcBef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Роль в команде</a:t>
            </a:r>
            <a:endParaRPr/>
          </a:p>
          <a:p>
            <a:pPr>
              <a:spcBef>
                <a:spcPts val="0"/>
              </a:spcBef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Ник в мессенджере</a:t>
            </a:r>
            <a:endParaRPr/>
          </a:p>
          <a:p>
            <a:pPr>
              <a:spcBef>
                <a:spcPts val="0"/>
              </a:spcBef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Номер телефона</a:t>
            </a:r>
            <a:endParaRPr/>
          </a:p>
          <a:p>
            <a:pPr>
              <a:spcBef>
                <a:spcPts val="0"/>
              </a:spcBef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Место работы/учебы</a:t>
            </a:r>
            <a:endParaRPr lang="ru-RU" sz="1200">
              <a:solidFill>
                <a:schemeClr val="tx1"/>
              </a:solidFill>
            </a:endParaRPr>
          </a:p>
        </p:txBody>
      </p:sp>
      <p:sp>
        <p:nvSpPr>
          <p:cNvPr id="2137481810" name="Текст 8"/>
          <p:cNvSpPr txBox="1"/>
          <p:nvPr/>
        </p:nvSpPr>
        <p:spPr bwMode="auto">
          <a:xfrm>
            <a:off x="7434314" y="3622118"/>
            <a:ext cx="1722566" cy="62791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  <a:defRPr/>
            </a:pPr>
            <a:r>
              <a:rPr lang="ru-RU" sz="1600" b="1">
                <a:solidFill>
                  <a:schemeClr val="accent5"/>
                </a:solidFill>
              </a:rPr>
              <a:t>заполнит владелец</a:t>
            </a:r>
            <a:endParaRPr/>
          </a:p>
        </p:txBody>
      </p:sp>
      <p:sp>
        <p:nvSpPr>
          <p:cNvPr id="495704989" name="Скругленный прямоугольник 64"/>
          <p:cNvSpPr/>
          <p:nvPr/>
        </p:nvSpPr>
        <p:spPr bwMode="auto">
          <a:xfrm>
            <a:off x="9567349" y="1522006"/>
            <a:ext cx="2192713" cy="4834351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986114225" name="Текст 8"/>
          <p:cNvSpPr txBox="1"/>
          <p:nvPr/>
        </p:nvSpPr>
        <p:spPr bwMode="auto">
          <a:xfrm>
            <a:off x="9739633" y="4250028"/>
            <a:ext cx="1894354" cy="162461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600"/>
              </a:spcBef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Роль в команде</a:t>
            </a:r>
            <a:endParaRPr/>
          </a:p>
          <a:p>
            <a:pPr>
              <a:spcBef>
                <a:spcPts val="0"/>
              </a:spcBef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Ник в мессенджере</a:t>
            </a:r>
            <a:endParaRPr/>
          </a:p>
          <a:p>
            <a:pPr>
              <a:spcBef>
                <a:spcPts val="0"/>
              </a:spcBef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Номер телефона</a:t>
            </a:r>
            <a:endParaRPr/>
          </a:p>
          <a:p>
            <a:pPr>
              <a:spcBef>
                <a:spcPts val="0"/>
              </a:spcBef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Место работы/учебы</a:t>
            </a:r>
            <a:endParaRPr lang="ru-RU" sz="1200">
              <a:solidFill>
                <a:schemeClr val="tx1"/>
              </a:solidFill>
            </a:endParaRPr>
          </a:p>
        </p:txBody>
      </p:sp>
      <p:sp>
        <p:nvSpPr>
          <p:cNvPr id="314564340" name="Текст 8"/>
          <p:cNvSpPr txBox="1"/>
          <p:nvPr/>
        </p:nvSpPr>
        <p:spPr bwMode="auto">
          <a:xfrm>
            <a:off x="9739632" y="3622118"/>
            <a:ext cx="1722566" cy="62791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  <a:defRPr/>
            </a:pPr>
            <a:r>
              <a:rPr lang="ru-RU" sz="1600" b="1">
                <a:solidFill>
                  <a:schemeClr val="accent5"/>
                </a:solidFill>
              </a:rPr>
              <a:t>заполнит владелец</a:t>
            </a:r>
            <a:endParaRPr/>
          </a:p>
        </p:txBody>
      </p:sp>
      <p:sp>
        <p:nvSpPr>
          <p:cNvPr id="1074551726" name="Скругленный прямоугольник 16"/>
          <p:cNvSpPr/>
          <p:nvPr/>
        </p:nvSpPr>
        <p:spPr bwMode="auto">
          <a:xfrm>
            <a:off x="346076" y="1522006"/>
            <a:ext cx="2192713" cy="4834351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1556037873" name="Скругленный прямоугольник 12"/>
          <p:cNvSpPr/>
          <p:nvPr/>
        </p:nvSpPr>
        <p:spPr bwMode="auto">
          <a:xfrm>
            <a:off x="346075" y="324562"/>
            <a:ext cx="3952656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283703756" name="Номер слайда 17"/>
          <p:cNvSpPr>
            <a:spLocks noGrp="1"/>
          </p:cNvSpPr>
          <p:nvPr>
            <p:ph type="sldNum" sz="quarter" idx="4"/>
          </p:nvPr>
        </p:nvSpPr>
        <p:spPr bwMode="auto"/>
        <p:txBody>
          <a:bodyPr/>
          <a:lstStyle/>
          <a:p>
            <a:pPr>
              <a:defRPr/>
            </a:pPr>
            <a:fld id="{52DCC5B9-D646-4B76-891F-6FF4E74E9CB4}" type="slidenum">
              <a:rPr lang="ru-RU">
                <a:solidFill>
                  <a:schemeClr val="bg1"/>
                </a:solidFill>
              </a:rPr>
              <a:t>9</a:t>
            </a:fld>
            <a:endParaRPr lang="ru-RU">
              <a:solidFill>
                <a:schemeClr val="bg1"/>
              </a:solidFill>
            </a:endParaRPr>
          </a:p>
        </p:txBody>
      </p:sp>
      <p:sp>
        <p:nvSpPr>
          <p:cNvPr id="445448399" name="Рисунок 1"/>
          <p:cNvSpPr>
            <a:spLocks noGrp="1"/>
          </p:cNvSpPr>
          <p:nvPr>
            <p:ph type="pic" sz="quarter" idx="4294967295"/>
          </p:nvPr>
        </p:nvSpPr>
        <p:spPr bwMode="auto">
          <a:xfrm>
            <a:off x="581397" y="1816054"/>
            <a:ext cx="1722566" cy="1552901"/>
          </a:xfrm>
        </p:spPr>
        <p:txBody>
          <a:bodyPr/>
          <a:p/>
        </p:txBody>
      </p:sp>
      <p:sp>
        <p:nvSpPr>
          <p:cNvPr id="1949760256" name="Рисунок 2"/>
          <p:cNvSpPr>
            <a:spLocks noGrp="1"/>
          </p:cNvSpPr>
          <p:nvPr>
            <p:ph type="pic" sz="quarter" idx="4294967295"/>
          </p:nvPr>
        </p:nvSpPr>
        <p:spPr bwMode="auto">
          <a:xfrm>
            <a:off x="2886467" y="1826554"/>
            <a:ext cx="1722566" cy="1542401"/>
          </a:xfrm>
        </p:spPr>
        <p:txBody>
          <a:bodyPr/>
          <a:p/>
        </p:txBody>
      </p:sp>
      <p:sp>
        <p:nvSpPr>
          <p:cNvPr id="1900966283" name="Рисунок 3"/>
          <p:cNvSpPr>
            <a:spLocks noGrp="1"/>
          </p:cNvSpPr>
          <p:nvPr>
            <p:ph type="pic" sz="quarter" idx="4294967295"/>
          </p:nvPr>
        </p:nvSpPr>
        <p:spPr bwMode="auto">
          <a:xfrm>
            <a:off x="5191784" y="1809238"/>
            <a:ext cx="1722567" cy="1559717"/>
          </a:xfrm>
        </p:spPr>
        <p:txBody>
          <a:bodyPr/>
          <a:p/>
        </p:txBody>
      </p:sp>
      <p:sp>
        <p:nvSpPr>
          <p:cNvPr id="939672998" name="Рисунок 4"/>
          <p:cNvSpPr>
            <a:spLocks noGrp="1"/>
          </p:cNvSpPr>
          <p:nvPr>
            <p:ph type="pic" sz="quarter" idx="4294967295"/>
          </p:nvPr>
        </p:nvSpPr>
        <p:spPr bwMode="auto">
          <a:xfrm>
            <a:off x="7520208" y="1809238"/>
            <a:ext cx="1722567" cy="1559717"/>
          </a:xfrm>
        </p:spPr>
        <p:txBody>
          <a:bodyPr/>
          <a:p/>
        </p:txBody>
      </p:sp>
      <p:sp>
        <p:nvSpPr>
          <p:cNvPr id="864865159" name="Рисунок 5"/>
          <p:cNvSpPr>
            <a:spLocks noGrp="1"/>
          </p:cNvSpPr>
          <p:nvPr>
            <p:ph type="pic" sz="quarter" idx="4294967295"/>
          </p:nvPr>
        </p:nvSpPr>
        <p:spPr bwMode="auto">
          <a:xfrm>
            <a:off x="9802422" y="1809238"/>
            <a:ext cx="1722566" cy="1559717"/>
          </a:xfrm>
        </p:spPr>
        <p:txBody>
          <a:bodyPr/>
          <a:p/>
        </p:txBody>
      </p:sp>
      <p:sp>
        <p:nvSpPr>
          <p:cNvPr id="1739125768" name="Заголовок 6"/>
          <p:cNvSpPr>
            <a:spLocks noGrp="1"/>
          </p:cNvSpPr>
          <p:nvPr>
            <p:ph type="title"/>
          </p:nvPr>
        </p:nvSpPr>
        <p:spPr bwMode="auto">
          <a:xfrm>
            <a:off x="518359" y="449787"/>
            <a:ext cx="9862734" cy="376138"/>
          </a:xfrm>
        </p:spPr>
        <p:txBody>
          <a:bodyPr/>
          <a:lstStyle/>
          <a:p>
            <a:pPr>
              <a:defRPr/>
            </a:pPr>
            <a:r>
              <a:t>Команда</a:t>
            </a:r>
            <a:endParaRPr lang="ru-RU">
              <a:latin typeface="Montserrat"/>
            </a:endParaRPr>
          </a:p>
        </p:txBody>
      </p:sp>
      <p:sp>
        <p:nvSpPr>
          <p:cNvPr id="2123857935" name="Текст 8"/>
          <p:cNvSpPr>
            <a:spLocks noGrp="1"/>
          </p:cNvSpPr>
          <p:nvPr>
            <p:ph type="body" sz="quarter" idx="27"/>
          </p:nvPr>
        </p:nvSpPr>
        <p:spPr bwMode="auto">
          <a:xfrm>
            <a:off x="518360" y="4250028"/>
            <a:ext cx="1894354" cy="1624612"/>
          </a:xfrm>
        </p:spPr>
        <p:txBody>
          <a:bodyPr>
            <a:normAutofit/>
          </a:bodyPr>
          <a:lstStyle/>
          <a:p>
            <a:pPr rtl="0">
              <a:spcBef>
                <a:spcPts val="600"/>
              </a:spcBef>
              <a:spcAft>
                <a:spcPts val="0"/>
              </a:spcAft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Роль в команде</a:t>
            </a:r>
            <a:endParaRPr/>
          </a:p>
          <a:p>
            <a:pPr rtl="0">
              <a:spcBef>
                <a:spcPts val="0"/>
              </a:spcBef>
              <a:spcAft>
                <a:spcPts val="0"/>
              </a:spcAft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Ник в мессенджере</a:t>
            </a:r>
            <a:endParaRPr/>
          </a:p>
          <a:p>
            <a:pPr rtl="0">
              <a:spcBef>
                <a:spcPts val="0"/>
              </a:spcBef>
              <a:spcAft>
                <a:spcPts val="0"/>
              </a:spcAft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Номер телефона</a:t>
            </a:r>
            <a:endParaRPr/>
          </a:p>
          <a:p>
            <a:pPr rtl="0">
              <a:spcBef>
                <a:spcPts val="0"/>
              </a:spcBef>
              <a:spcAft>
                <a:spcPts val="0"/>
              </a:spcAft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Место работы/учебы</a:t>
            </a:r>
            <a:endParaRPr/>
          </a:p>
        </p:txBody>
      </p:sp>
      <p:sp>
        <p:nvSpPr>
          <p:cNvPr id="850512963" name="Текст 8"/>
          <p:cNvSpPr txBox="1"/>
          <p:nvPr/>
        </p:nvSpPr>
        <p:spPr bwMode="auto">
          <a:xfrm>
            <a:off x="518359" y="3622118"/>
            <a:ext cx="1722566" cy="62791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  <a:defRPr/>
            </a:pPr>
            <a:r>
              <a:rPr lang="ru-RU" sz="1600" b="1">
                <a:solidFill>
                  <a:schemeClr val="accent5"/>
                </a:solidFill>
              </a:rPr>
              <a:t>заполнит владелец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blipFill rotWithShape="1">
          <a:blip r:embed="rId3">
            <a:lum/>
          </a:blip>
          <a:stretch/>
        </a:blip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55036882" name="Скругленный прямоугольник 1"/>
          <p:cNvSpPr/>
          <p:nvPr/>
        </p:nvSpPr>
        <p:spPr bwMode="auto">
          <a:xfrm>
            <a:off x="346075" y="324562"/>
            <a:ext cx="3952656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1460197056" name="Номер слайда 17"/>
          <p:cNvSpPr>
            <a:spLocks noGrp="1"/>
          </p:cNvSpPr>
          <p:nvPr>
            <p:ph type="sldNum" sz="quarter" idx="4"/>
          </p:nvPr>
        </p:nvSpPr>
        <p:spPr bwMode="auto"/>
        <p:txBody>
          <a:bodyPr/>
          <a:lstStyle/>
          <a:p>
            <a:pPr>
              <a:defRPr/>
            </a:pPr>
            <a:fld id="{52DCC5B9-D646-4B76-891F-6FF4E74E9CB4}" type="slidenum">
              <a:rPr lang="ru-RU">
                <a:solidFill>
                  <a:schemeClr val="accent5"/>
                </a:solidFill>
              </a:rPr>
              <a:t>10</a:t>
            </a:fld>
            <a:endParaRPr lang="ru-RU">
              <a:solidFill>
                <a:schemeClr val="accent5"/>
              </a:solidFill>
            </a:endParaRPr>
          </a:p>
        </p:txBody>
      </p:sp>
      <p:sp>
        <p:nvSpPr>
          <p:cNvPr id="2038070293" name="Заголовок 6"/>
          <p:cNvSpPr>
            <a:spLocks noGrp="1"/>
          </p:cNvSpPr>
          <p:nvPr>
            <p:ph type="title"/>
          </p:nvPr>
        </p:nvSpPr>
        <p:spPr bwMode="auto">
          <a:xfrm>
            <a:off x="507849" y="449787"/>
            <a:ext cx="9862734" cy="376138"/>
          </a:xfrm>
        </p:spPr>
        <p:txBody>
          <a:bodyPr/>
          <a:lstStyle/>
          <a:p>
            <a:pPr>
              <a:defRPr/>
            </a:pPr>
            <a:r>
              <a:t>Как шла работа</a:t>
            </a:r>
            <a:endParaRPr lang="ru-RU">
              <a:latin typeface="Montserrat"/>
            </a:endParaRPr>
          </a:p>
        </p:txBody>
      </p:sp>
      <p:sp>
        <p:nvSpPr>
          <p:cNvPr id="938083795" name="Текст 8"/>
          <p:cNvSpPr>
            <a:spLocks noGrp="1"/>
          </p:cNvSpPr>
          <p:nvPr>
            <p:ph type="body" sz="quarter" idx="27"/>
          </p:nvPr>
        </p:nvSpPr>
        <p:spPr bwMode="auto">
          <a:xfrm>
            <a:off x="533607" y="1602273"/>
            <a:ext cx="4425822" cy="934263"/>
          </a:xfrm>
        </p:spPr>
        <p:txBody>
          <a:bodyPr>
            <a:normAutofit/>
          </a:bodyPr>
          <a:lstStyle/>
          <a:p>
            <a:pPr marL="0" indent="0">
              <a:lnSpc>
                <a:spcPct val="100000"/>
              </a:lnSpc>
              <a:buNone/>
              <a:defRPr/>
            </a:pPr>
            <a:r>
              <a:rPr lang="ru-RU">
                <a:solidFill>
                  <a:schemeClr val="tx1"/>
                </a:solidFill>
              </a:rPr>
              <a:t>заполнит владелец</a:t>
            </a:r>
            <a:endParaRPr/>
          </a:p>
        </p:txBody>
      </p:sp>
      <p:sp>
        <p:nvSpPr>
          <p:cNvPr id="1276612218" name="Текст 8"/>
          <p:cNvSpPr txBox="1"/>
          <p:nvPr/>
        </p:nvSpPr>
        <p:spPr bwMode="auto">
          <a:xfrm>
            <a:off x="533607" y="1279645"/>
            <a:ext cx="2990173" cy="353935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  <a:defRPr/>
            </a:pPr>
            <a:r>
              <a:rPr lang="ru-RU" b="1">
                <a:solidFill>
                  <a:schemeClr val="accent5"/>
                </a:solidFill>
              </a:rPr>
              <a:t>Краткая история команды:</a:t>
            </a:r>
            <a:endParaRPr/>
          </a:p>
        </p:txBody>
      </p:sp>
      <p:sp>
        <p:nvSpPr>
          <p:cNvPr id="2076718560" name="Текст 8"/>
          <p:cNvSpPr txBox="1"/>
          <p:nvPr/>
        </p:nvSpPr>
        <p:spPr bwMode="auto">
          <a:xfrm>
            <a:off x="533607" y="5139255"/>
            <a:ext cx="7318749" cy="105536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 wrap="square">
            <a:no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  <a:defRPr/>
            </a:pPr>
            <a:r>
              <a:rPr lang="ru-RU">
                <a:solidFill>
                  <a:schemeClr val="tx1"/>
                </a:solidFill>
              </a:rPr>
              <a:t>Одинаковые задания расходятся, поэтому числа в задаче каждый раз новые.</a:t>
            </a:r>
            <a:br>
              <a:rPr lang="ru-RU">
                <a:solidFill>
                  <a:schemeClr val="tx1"/>
                </a:solidFill>
              </a:rPr>
            </a:br>
            <a:r>
              <a:rPr lang="ru-RU">
                <a:solidFill>
                  <a:schemeClr val="tx1"/>
                </a:solidFill>
              </a:rPr>
              <a:t>Разряд — факт реестра, а не расчёт по месту. Цифры печатает команда.</a:t>
            </a:r>
          </a:p>
          <a:p>
            <a:pPr marL="0" indent="0">
              <a:lnSpc>
                <a:spcPct val="100000"/>
              </a:lnSpc>
              <a:buNone/>
              <a:defRPr/>
            </a:pPr>
            <a:r>
              <a:rPr lang="ru-RU">
                <a:solidFill>
                  <a:schemeClr val="tx1"/>
                </a:solidFill>
              </a:rPr>
              <a:t/>
            </a:r>
            <a:r>
              <a:rPr lang="en-US">
                <a:solidFill>
                  <a:schemeClr val="tx1"/>
                </a:solidFill>
              </a:rPr>
              <a:t/>
            </a:r>
            <a:br>
              <a:rPr lang="en-US">
                <a:solidFill>
                  <a:schemeClr val="tx1"/>
                </a:solidFill>
              </a:rPr>
            </a:br>
            <a:r>
              <a:rPr lang="ru-RU">
                <a:solidFill>
                  <a:schemeClr val="tx1"/>
                </a:solidFill>
              </a:rPr>
              <a:t/>
            </a:r>
            <a:endParaRPr/>
          </a:p>
        </p:txBody>
      </p:sp>
      <p:sp>
        <p:nvSpPr>
          <p:cNvPr id="1297905439" name="Текст 8"/>
          <p:cNvSpPr txBox="1"/>
          <p:nvPr/>
        </p:nvSpPr>
        <p:spPr bwMode="auto">
          <a:xfrm>
            <a:off x="533608" y="4571473"/>
            <a:ext cx="6438692" cy="629056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10000"/>
              </a:lnSpc>
              <a:buNone/>
              <a:defRPr/>
            </a:pPr>
            <a:r>
              <a:rPr lang="ru-RU" b="1">
                <a:solidFill>
                  <a:schemeClr val="accent5"/>
                </a:solidFill>
              </a:rPr>
              <a:t>С какими основными сложностями или вызовами </a:t>
            </a:r>
            <a:br>
              <a:rPr lang="ru-RU" b="1">
                <a:solidFill>
                  <a:schemeClr val="accent5"/>
                </a:solidFill>
              </a:rPr>
            </a:br>
            <a:r>
              <a:rPr lang="ru-RU" b="1">
                <a:solidFill>
                  <a:schemeClr val="accent5"/>
                </a:solidFill>
              </a:rPr>
              <a:t>вы столкнулись и как их преодолели?</a:t>
            </a:r>
            <a:endParaRPr/>
          </a:p>
        </p:txBody>
      </p:sp>
      <p:sp>
        <p:nvSpPr>
          <p:cNvPr id="780692596" name="Текст 8"/>
          <p:cNvSpPr txBox="1"/>
          <p:nvPr/>
        </p:nvSpPr>
        <p:spPr bwMode="auto">
          <a:xfrm>
            <a:off x="533607" y="3429000"/>
            <a:ext cx="4945565" cy="107852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  <a:defRPr/>
            </a:pPr>
            <a:r>
              <a:rPr lang="ru-RU">
                <a:solidFill>
                  <a:schemeClr val="tx1"/>
                </a:solidFill>
              </a:rPr>
              <a:t>Резюме не подтверждает навык, а протокол ФСП подтверждает. Обратный найм убирает ленту случайных откликов.</a:t>
            </a:r>
            <a:endParaRPr/>
          </a:p>
        </p:txBody>
      </p:sp>
      <p:sp>
        <p:nvSpPr>
          <p:cNvPr id="1830823363" name="Текст 8"/>
          <p:cNvSpPr txBox="1"/>
          <p:nvPr/>
        </p:nvSpPr>
        <p:spPr bwMode="auto">
          <a:xfrm>
            <a:off x="533607" y="2900091"/>
            <a:ext cx="5629858" cy="52890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  <a:defRPr/>
            </a:pPr>
            <a:r>
              <a:rPr lang="ru-RU" b="1">
                <a:solidFill>
                  <a:schemeClr val="accent5"/>
                </a:solidFill>
              </a:rPr>
              <a:t>Почему вы выбрали именно эту задачу </a:t>
            </a:r>
            <a:br>
              <a:rPr lang="ru-RU" b="1">
                <a:solidFill>
                  <a:schemeClr val="accent5"/>
                </a:solidFill>
              </a:rPr>
            </a:br>
            <a:r>
              <a:rPr lang="ru-RU" b="1">
                <a:solidFill>
                  <a:schemeClr val="accent5"/>
                </a:solidFill>
              </a:rPr>
              <a:t>из предложенных на хакатоне?</a:t>
            </a:r>
            <a:endParaRPr/>
          </a:p>
        </p:txBody>
      </p:sp>
      <p:cxnSp>
        <p:nvCxnSpPr>
          <p:cNvPr id="861409908" name="Прямая соединительная линия 4"/>
          <p:cNvCxnSpPr/>
          <p:nvPr/>
        </p:nvCxnSpPr>
        <p:spPr bwMode="auto">
          <a:xfrm>
            <a:off x="623888" y="2745690"/>
            <a:ext cx="11233150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388182128" name="Прямая соединительная линия 5"/>
          <p:cNvCxnSpPr/>
          <p:nvPr/>
        </p:nvCxnSpPr>
        <p:spPr bwMode="auto">
          <a:xfrm>
            <a:off x="623888" y="4407066"/>
            <a:ext cx="11233150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462073617" name="Прямая соединительная линия 7"/>
          <p:cNvCxnSpPr/>
          <p:nvPr/>
        </p:nvCxnSpPr>
        <p:spPr bwMode="auto">
          <a:xfrm>
            <a:off x="623888" y="1110074"/>
            <a:ext cx="11233150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165359089" name="Текст 8"/>
          <p:cNvSpPr txBox="1"/>
          <p:nvPr/>
        </p:nvSpPr>
        <p:spPr bwMode="auto">
          <a:xfrm>
            <a:off x="11015788" y="1279645"/>
            <a:ext cx="956838" cy="353935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buNone/>
              <a:defRPr/>
            </a:pPr>
            <a:r>
              <a:rPr lang="ru-RU" b="1">
                <a:solidFill>
                  <a:schemeClr val="accent5"/>
                </a:solidFill>
              </a:rPr>
              <a:t>01</a:t>
            </a:r>
            <a:endParaRPr/>
          </a:p>
        </p:txBody>
      </p:sp>
      <p:sp>
        <p:nvSpPr>
          <p:cNvPr id="1594510368" name="Текст 8"/>
          <p:cNvSpPr txBox="1"/>
          <p:nvPr/>
        </p:nvSpPr>
        <p:spPr bwMode="auto">
          <a:xfrm>
            <a:off x="11015788" y="2900091"/>
            <a:ext cx="930595" cy="52890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lnSpc>
                <a:spcPct val="100000"/>
              </a:lnSpc>
              <a:buNone/>
              <a:defRPr/>
            </a:pPr>
            <a:r>
              <a:rPr lang="ru-RU" b="1">
                <a:solidFill>
                  <a:schemeClr val="accent5"/>
                </a:solidFill>
              </a:rPr>
              <a:t>02</a:t>
            </a:r>
            <a:endParaRPr/>
          </a:p>
        </p:txBody>
      </p:sp>
      <p:sp>
        <p:nvSpPr>
          <p:cNvPr id="1341763016" name="Текст 8"/>
          <p:cNvSpPr txBox="1"/>
          <p:nvPr/>
        </p:nvSpPr>
        <p:spPr bwMode="auto">
          <a:xfrm>
            <a:off x="11015788" y="4571473"/>
            <a:ext cx="930596" cy="56778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lnSpc>
                <a:spcPct val="100000"/>
              </a:lnSpc>
              <a:buNone/>
              <a:defRPr/>
            </a:pPr>
            <a:r>
              <a:rPr lang="ru-RU" b="1">
                <a:solidFill>
                  <a:schemeClr val="accent5"/>
                </a:solidFill>
              </a:rPr>
              <a:t>03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blipFill rotWithShape="1">
          <a:blip r:embed="rId3">
            <a:lum/>
          </a:blip>
          <a:stretch/>
        </a:blip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46621191" name="Скругленный прямоугольник 9"/>
          <p:cNvSpPr/>
          <p:nvPr/>
        </p:nvSpPr>
        <p:spPr bwMode="auto">
          <a:xfrm>
            <a:off x="346075" y="324562"/>
            <a:ext cx="3750911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1200062839" name="Скругленный прямоугольник 23"/>
          <p:cNvSpPr/>
          <p:nvPr/>
        </p:nvSpPr>
        <p:spPr bwMode="auto">
          <a:xfrm>
            <a:off x="6230774" y="1211284"/>
            <a:ext cx="5440313" cy="4989492"/>
          </a:xfrm>
          <a:prstGeom prst="roundRect">
            <a:avLst>
              <a:gd name="adj" fmla="val 3865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1115600012" name="Скругленный прямоугольник 26"/>
          <p:cNvSpPr/>
          <p:nvPr/>
        </p:nvSpPr>
        <p:spPr bwMode="auto">
          <a:xfrm>
            <a:off x="346076" y="1211284"/>
            <a:ext cx="5440313" cy="4989492"/>
          </a:xfrm>
          <a:prstGeom prst="roundRect">
            <a:avLst>
              <a:gd name="adj" fmla="val 3407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1616239461" name="Номер слайда 20"/>
          <p:cNvSpPr>
            <a:spLocks noGrp="1"/>
          </p:cNvSpPr>
          <p:nvPr>
            <p:ph type="sldNum" sz="quarter" idx="4"/>
          </p:nvPr>
        </p:nvSpPr>
        <p:spPr bwMode="auto"/>
        <p:txBody>
          <a:bodyPr/>
          <a:lstStyle/>
          <a:p>
            <a:pPr>
              <a:defRPr/>
            </a:pPr>
            <a:fld id="{52DCC5B9-D646-4B76-891F-6FF4E74E9CB4}" type="slidenum">
              <a:rPr lang="ru-RU">
                <a:solidFill>
                  <a:schemeClr val="bg1"/>
                </a:solidFill>
              </a:rPr>
              <a:t>11</a:t>
            </a:fld>
            <a:endParaRPr lang="ru-RU">
              <a:solidFill>
                <a:schemeClr val="bg1"/>
              </a:solidFill>
            </a:endParaRPr>
          </a:p>
        </p:txBody>
      </p:sp>
      <p:sp>
        <p:nvSpPr>
          <p:cNvPr id="398810013" name="Текст 2"/>
          <p:cNvSpPr>
            <a:spLocks noGrp="1"/>
          </p:cNvSpPr>
          <p:nvPr>
            <p:ph type="body" sz="quarter" idx="38"/>
          </p:nvPr>
        </p:nvSpPr>
        <p:spPr bwMode="auto">
          <a:xfrm>
            <a:off x="589492" y="1920927"/>
            <a:ext cx="4929861" cy="3868581"/>
          </a:xfrm>
        </p:spPr>
        <p:txBody>
          <a:bodyPr wrap="square">
            <a:normAutofit/>
          </a:bodyPr>
          <a:lstStyle/>
          <a:p>
            <a:pPr>
              <a:defRPr/>
            </a:pPr>
            <a:r>
              <a:rPr lang="ru-RU" sz="1400">
                <a:solidFill>
                  <a:schemeClr val="tx1"/>
                </a:solidFill>
              </a:rPr>
              <a:t>Адаптивный тест на IRT 3PL останавливается, когда грейд ясен.</a:t>
            </a:r>
          </a:p>
          <a:p>
            <a:pPr>
              <a:defRPr/>
            </a:pPr>
            <a:r>
              <a:rPr lang="ru-RU" sz="1400">
                <a:solidFill>
                  <a:schemeClr val="tx1"/>
                </a:solidFill>
              </a:rPr>
              <a:t>Задания параметрические: числа новые, сложность общая.</a:t>
            </a:r>
          </a:p>
          <a:p>
            <a:pPr>
              <a:defRPr/>
            </a:pPr>
            <a:r>
              <a:rPr lang="ru-RU" sz="1400">
                <a:solidFill>
                  <a:schemeClr val="tx1"/>
                </a:solidFill>
              </a:rPr>
              <a:t>Подбор раскладывается на навыки, грейд, тест и ось ФСП.</a:t>
            </a:r>
          </a:p>
          <a:p>
            <a:pPr>
              <a:defRPr/>
            </a:pPr>
            <a:r>
              <a:rPr lang="ru-RU" sz="1400">
                <a:solidFill>
                  <a:schemeClr val="tx1"/>
                </a:solidFill>
              </a:rPr>
              <a:t>Вход через ФСП ID: OpenID Connect с PKCE.</a:t>
            </a:r>
          </a:p>
          <a:p>
            <a:pPr>
              <a:defRPr/>
            </a:pPr>
            <a:r>
              <a:rPr lang="ru-RU" sz="1400">
                <a:solidFill>
                  <a:schemeClr val="tx1"/>
                </a:solidFill>
              </a:rPr>
              <a:t>Строка протокола — подписанное удостоверение.</a:t>
            </a:r>
          </a:p>
        </p:txBody>
      </p:sp>
      <p:sp>
        <p:nvSpPr>
          <p:cNvPr id="551494281" name="Текст 6"/>
          <p:cNvSpPr>
            <a:spLocks noGrp="1"/>
          </p:cNvSpPr>
          <p:nvPr>
            <p:ph type="body" sz="quarter" idx="42"/>
          </p:nvPr>
        </p:nvSpPr>
        <p:spPr bwMode="auto">
          <a:xfrm>
            <a:off x="6513513" y="1920927"/>
            <a:ext cx="4957144" cy="3876445"/>
          </a:xfrm>
        </p:spPr>
        <p:txBody>
          <a:bodyPr wrap="square">
            <a:normAutofit/>
          </a:bodyPr>
          <a:lstStyle/>
          <a:p>
            <a:pPr>
              <a:defRPr/>
            </a:pPr>
            <a:r>
              <a:rPr lang="ru-RU" sz="1400">
                <a:solidFill>
                  <a:schemeClr val="tx1"/>
                </a:solidFill>
              </a:rPr>
              <a:t>Работодатель зовёт подходящих, а не читает ленту откликов.</a:t>
            </a:r>
          </a:p>
          <a:p>
            <a:pPr>
              <a:defRPr/>
            </a:pPr>
            <a:r>
              <a:rPr lang="ru-RU" sz="1400">
                <a:solidFill>
                  <a:schemeClr val="tx1"/>
                </a:solidFill>
              </a:rPr>
              <a:t>Вилка известна до начала общения.</a:t>
            </a:r>
          </a:p>
          <a:p>
            <a:pPr>
              <a:defRPr/>
            </a:pPr>
            <a:r>
              <a:rPr lang="ru-RU" sz="1400">
                <a:solidFill>
                  <a:schemeClr val="tx1"/>
                </a:solidFill>
              </a:rPr>
              <a:t>Спортивный результат виден как подтверждение, не как грейд.</a:t>
            </a:r>
          </a:p>
          <a:p>
            <a:pPr>
              <a:defRPr/>
            </a:pPr>
            <a:r>
              <a:rPr lang="ru-RU" sz="1400">
                <a:solidFill>
                  <a:schemeClr val="tx1"/>
                </a:solidFill>
              </a:rPr>
              <a:t>Нет истории ФСП — человек не теряет место.</a:t>
            </a:r>
          </a:p>
          <a:p>
            <a:pPr>
              <a:defRPr/>
            </a:pPr>
            <a:r>
              <a:rPr lang="ru-RU" sz="1400">
                <a:solidFill>
                  <a:schemeClr val="tx1"/>
                </a:solidFill>
              </a:rPr>
              <a:t>Дальше пилот с Федерацией: настоящий ФСП ID и реестр.</a:t>
            </a:r>
          </a:p>
        </p:txBody>
      </p:sp>
      <p:sp>
        <p:nvSpPr>
          <p:cNvPr id="2091073421" name="Заголовок 13"/>
          <p:cNvSpPr>
            <a:spLocks noGrp="1"/>
          </p:cNvSpPr>
          <p:nvPr>
            <p:ph type="title"/>
          </p:nvPr>
        </p:nvSpPr>
        <p:spPr bwMode="auto">
          <a:xfrm>
            <a:off x="525817" y="456851"/>
            <a:ext cx="9862734" cy="376138"/>
          </a:xfrm>
        </p:spPr>
        <p:txBody>
          <a:bodyPr/>
          <a:lstStyle/>
          <a:p>
            <a:pPr>
              <a:defRPr/>
            </a:pPr>
            <a:r>
              <a:rPr lang="ru-RU"/>
              <a:t>КОРОТКО О РЕШЕНИИ</a:t>
            </a:r>
            <a:endParaRPr/>
          </a:p>
        </p:txBody>
      </p:sp>
      <p:sp>
        <p:nvSpPr>
          <p:cNvPr id="1988058502" name="Текст 14"/>
          <p:cNvSpPr>
            <a:spLocks noGrp="1"/>
          </p:cNvSpPr>
          <p:nvPr>
            <p:ph type="body" sz="quarter" idx="49"/>
          </p:nvPr>
        </p:nvSpPr>
        <p:spPr bwMode="auto">
          <a:xfrm>
            <a:off x="578063" y="1476583"/>
            <a:ext cx="4929861" cy="555147"/>
          </a:xfrm>
        </p:spPr>
        <p:txBody>
          <a:bodyPr/>
          <a:lstStyle/>
          <a:p>
            <a:pPr>
              <a:lnSpc>
                <a:spcPct val="100000"/>
              </a:lnSpc>
              <a:defRPr/>
            </a:pPr>
            <a:r>
              <a:rPr lang="ru-RU" sz="2000" b="1">
                <a:solidFill>
                  <a:schemeClr val="accent5"/>
                </a:solidFill>
              </a:rPr>
              <a:t>Техническая суть решения</a:t>
            </a:r>
            <a:endParaRPr/>
          </a:p>
        </p:txBody>
      </p:sp>
      <p:sp>
        <p:nvSpPr>
          <p:cNvPr id="2026087403" name="Текст 16"/>
          <p:cNvSpPr>
            <a:spLocks noGrp="1"/>
          </p:cNvSpPr>
          <p:nvPr>
            <p:ph type="body" sz="quarter" idx="51"/>
          </p:nvPr>
        </p:nvSpPr>
        <p:spPr bwMode="auto">
          <a:xfrm>
            <a:off x="6513513" y="1476583"/>
            <a:ext cx="5214724" cy="561519"/>
          </a:xfrm>
        </p:spPr>
        <p:txBody>
          <a:bodyPr/>
          <a:lstStyle/>
          <a:p>
            <a:pPr>
              <a:lnSpc>
                <a:spcPct val="100000"/>
              </a:lnSpc>
              <a:defRPr/>
            </a:pPr>
            <a:r>
              <a:rPr lang="ru-RU" sz="2000" b="1">
                <a:solidFill>
                  <a:schemeClr val="accent5"/>
                </a:solidFill>
              </a:rPr>
              <a:t>Маркетинговая суть решения</a:t>
            </a:r>
            <a:endParaRPr/>
          </a:p>
          <a:p>
            <a:pPr>
              <a:lnSpc>
                <a:spcPct val="100000"/>
              </a:lnSpc>
              <a:defRPr/>
            </a:pPr>
            <a:endParaRPr lang="ru-RU" b="1">
              <a:solidFill>
                <a:schemeClr val="accent5"/>
              </a:solidFill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Резюме обещает, тест подтверждает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Пробный тест: шкала уверенности и нейтральный итог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Приглашение с вилкой: имя и контакты открываются после согласия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Выученный ответ не подходит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Карточка подборки: вклад теста и результатов ФСП в баллах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Жюри проходит тот же путь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Вопросы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Решение о грейде держится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Соревнования не поднимают грейд, статус не весит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Проверяется в CI и на стенде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Пилот с Федерацией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xmlns:p="http://schemas.openxmlformats.org/presentationml/2006/main" name="Для Академия инноваторов 16_9">
  <a:themeElements>
    <a:clrScheme name="Пользовательские 2">
      <a:dk1>
        <a:srgbClr val="000000"/>
      </a:dk1>
      <a:lt1>
        <a:srgbClr val="FFFFFF"/>
      </a:lt1>
      <a:dk2>
        <a:srgbClr val="1C1D22"/>
      </a:dk2>
      <a:lt2>
        <a:srgbClr val="E5E7E9"/>
      </a:lt2>
      <a:accent1>
        <a:srgbClr val="FF0053"/>
      </a:accent1>
      <a:accent2>
        <a:srgbClr val="FFD6E3"/>
      </a:accent2>
      <a:accent3>
        <a:srgbClr val="FC3777"/>
      </a:accent3>
      <a:accent4>
        <a:srgbClr val="8A83D1"/>
      </a:accent4>
      <a:accent5>
        <a:srgbClr val="520977"/>
      </a:accent5>
      <a:accent6>
        <a:srgbClr val="2D1451"/>
      </a:accent6>
      <a:hlink>
        <a:srgbClr val="FF0053"/>
      </a:hlink>
      <a:folHlink>
        <a:srgbClr val="5D2B84"/>
      </a:folHlink>
    </a:clrScheme>
    <a:fontScheme name="Лидеры цифровой трансформации">
      <a:majorFont>
        <a:latin typeface="Montserrat"/>
        <a:ea typeface="Arial"/>
        <a:cs typeface="Arial"/>
      </a:majorFont>
      <a:minorFont>
        <a:latin typeface="Montserrat"/>
        <a:ea typeface="Arial"/>
        <a:cs typeface="Arial"/>
      </a:minorFont>
    </a:fontScheme>
    <a:fmtScheme name="Стандартная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 bwMode="auto">
        <a:prstGeom prst="rect">
          <a:avLst/>
        </a:prstGeom>
        <a:solidFill>
          <a:schemeClr val="bg1">
            <a:alpha val="0"/>
          </a:schemeClr>
        </a:solidFill>
        <a:ln w="19050">
          <a:solidFill>
            <a:schemeClr val="bg1">
              <a:alpha val="47000"/>
            </a:schemeClr>
          </a:solidFill>
        </a:ln>
      </a:spPr>
      <a:bodyPr/>
      <a:lstStyle/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</a:theme>
</file>

<file path=ppt/theme/theme2.xml><?xml version="1.0" encoding="utf-8"?>
<a:theme xmlns:a="http://schemas.openxmlformats.org/drawingml/2006/main" xmlns:r="http://schemas.openxmlformats.org/officeDocument/2006/relationships" xmlns:p="http://schemas.openxmlformats.org/presentation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/>
        <a:ea typeface="Arial"/>
        <a:cs typeface="Arial"/>
      </a:majorFont>
      <a:minorFont>
        <a:latin typeface="Calibri"/>
        <a:ea typeface="Arial"/>
        <a:cs typeface="Arial"/>
      </a:minorFont>
    </a:fontScheme>
    <a:fmtScheme name="Стандартная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Words>0</Words>
  <Application>onlyoffice/9.2.1.1</Application>
  <PresentationFormat>On-screen Show (16:9)</PresentationFormat>
  <Paragraphs>0</Paragraphs>
  <Slides>16</Slides>
  <Notes>16</Notes>
  <HiddenSlides>0</HiddenSlides>
  <MMClips>2</MMClips>
  <ScaleCrop>0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7" baseType="lpstr">
      <vt:lpstr>Theme 1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LinksUpToDate>0</LinksUpToDate>
  <SharedDoc>0</SharedDoc>
  <HyperlinksChanged>0</HyperlinksChanged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ФСП Талант — обратный найм</dc:title>
  <dc:creator>Konkov Dmitrij</dc:creator>
  <cp:lastModifiedBy>Konkov Dmitrij</cp:lastModifiedBy>
  <cp:revision>98</cp:revision>
  <dcterms:created xsi:type="dcterms:W3CDTF">2023-05-15T07:36:23Z</dcterms:created>
  <dcterms:modified xsi:type="dcterms:W3CDTF">2026-10-09T12:11:11Z</dcterms:modified>
  <dc:subject>ЛЦТ 2026, трек Федерации спортивного программирования</dc:subject>
  <cp:category/>
  <cp:keywords/>
  <dc:description>pitch-html-sha256=f3e51303e765fe23d2f4c595cf28260cdc8759ef2d8b4c9e13a83e88d1b969f6</dc:description>
</cp:coreProperties>
</file>