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784 теста,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2026-10-09T16:28:02Z</dcterms:modified>
  <dc:subject>ЛЦТ 2026, трек Федерации спортивного программирования</dc:subject>
  <cp:category/>
  <cp:keywords/>
  <dc:description>pitch-html-sha256=79dc283eb04cebce1b2bf259270c373bacf02f0a53d5f36081ca8f3c41d736c6</dc:description>
</cp:coreProperties>
</file>