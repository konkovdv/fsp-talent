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787 тестов,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2026-10-09T17:01:27Z</dcterms:modified>
  <dc:subject>ЛЦТ 2026, трек Федерации спортивного программирования</dc:subject>
  <cp:category/>
  <cp:keywords/>
  <dc:description>pitch-html-sha256=f27a9eef4c94cfa235f4895b724441353fa7c09e046ec8879f364f28783b75c5</dc:description>
</cp:coreProperties>
</file>