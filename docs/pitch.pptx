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Около сорока секунд. Работодатель ищет человека по подтверждённому результату, а не по резюме. Грейд даёт только тест. История ФСП — вторая ось: если истории нет, штрафа нет. Имя и почта открываются, когда кандидат принял приглашение. Дальше — как устроены тест и место в списке, и цифры, которые повторяются командой.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Около пятидесяти секунд. Опрос задаёт специализацию. Тест подтверждает грейд. Работодатель описывает потребность и получает порядок, где у каждой строки есть объяснение. Прошлую версию потребности можно вернуть, отобранные из-за этого не пропадают. В приглашении — вилка до вычета НДФЛ. Контакты открываются только после согласия кандидата.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Около пятидесяти секунд. Ключ от другого экземпляра того же семейства не проходит: сдают 0 %. Ключ от того же экземпляра, как в заранее опубликованном банке, даёт 100 %. Поэтому каждый кандидат получает новые экземпляры. Если ключ всё же утёк, карантин забирает 18 из 37 таких ключей. На чистых данных ложных тревог 5 из 68. Команда на слайде: две тысячи кандидатов, зерно 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Около сорока секунд. Место складывается из навыков, грейда, специализации, текста и сферы. У строки объяснения есть код причины и, где источник ясен, метка: тест, ФСП, заявлено, вилка или очередь. Против поиска по словам nDCG@10 выше на 0,046 при зерне 2026 и на 0,087 при зерне 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Около сорока секунд. Соревнования не поднимают грейд. Ось ФСП учитывает место, давность и командный зачёт. Статус соревнования на балл не влияет. Участие весит ноль, в сумму входят пять сильнейших событий. Кандидат без истории не теряет баллы: nDCG@10 равен 0,661 и с осью, и без неё на зерне 2026, и 0,713 в обоих случаях на зерне 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Около пятидесяти секунд. Это те же команды, что в документации, прогон на 2000 кандидатов, зерно 7. Точность вдали от границы грейда — 91,5 %. Повторная сдача, каппа Коэна — 0,51. Завышение грейда — 2,2 %. Случайное угадывание — 0 %. Подбор против ключевых слов — те же +0,046 и +0,087. Регион в оценку не входит. На этом же прогоне четыре скрытые метки дают максимальную долю одного ключа 33 %, 35 %, 33 % и 37 %, отношение меньшей к большей — 0,88.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Около сорока секунд, всего около пяти минут. Настоящий ФСП ID и реестр подключаются по уже описанному контракту. Порог по слабой теме не включён: точность падает с 78,5 % до 55,4 %, ложные сдачи — с 7,7 % до 3,0 %. Оценку различимости заданий в банк не пишем: ошибка растёт с 0,146 до 0,283. Веса подбора перекалибруем, когда появятся реальные исходы найма. Запасная запись — docs/pitch-backup.mp4: те же слайды и этот текст, без камеры.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C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554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8C9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ЛЦТ 2026  ·  ФЕДЕРАЦИЯ СПОРТИВНОГО ПРОГРАММИРОВАНИЯ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96596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Работодатель находит человека.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наоборот.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02920" y="429768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DED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Подтверждённый профиль, объяснимая подборка и контакты только после согласия кандидата.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9260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2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УСТРОЕН НАЙМ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6400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Потребность, подборка, приглашение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502920" y="1965960"/>
            <a:ext cx="1115568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28600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920240" y="216712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Кандидат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920240" y="2587752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Опрос задаёт специализацию. Тест подтверждает грейд. История ФСП — отдельная ось, без неё человек не теряет место.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" y="3383280"/>
            <a:ext cx="1115568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370332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920240" y="358444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Работодатель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920240" y="4005072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Описывает, кого ищет. Получает порядок с объяснением каждой строки и может вернуть прошлую версию потребности.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02920" y="4800600"/>
            <a:ext cx="1115568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512064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920240" y="500176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Контакты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920240" y="5422392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Приглашение с вилкой. Имя и почта открываются, только когда кандидат принял приглашение.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9260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2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ТЕСТ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6400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Выученный ответ не подходит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502920" y="2011680"/>
            <a:ext cx="3611880" cy="301752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286000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0 %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731520" y="3474720"/>
            <a:ext cx="3154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сдают с ключом от другого экземпляра того же семейства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297680" y="2011680"/>
            <a:ext cx="3611880" cy="301752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4526280" y="2286000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100 %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4526280" y="3474720"/>
            <a:ext cx="3154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сдают, если ключ от того же экземпляра, как в фиксированном банке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092440" y="2011680"/>
            <a:ext cx="3611880" cy="301752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286000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из 37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8321040" y="3474720"/>
            <a:ext cx="3154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утёкших ключей уходит в карантин, на чистых данных 5 из 68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02920" y="6172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-m app.validation.assessment --n 2000 --seed 7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9260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2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ПОДБОР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6400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Место в списке можно разобрать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02920" y="1920240"/>
            <a:ext cx="11155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Навыки, грейд, специализация, текст и сфера складываются в одну оценку. У каждой строки объяснения свой код: совпадение, подтверждённый навык, тест, пробел, ось ФСП, смежная специализация.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02920" y="3200400"/>
            <a:ext cx="548640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342900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+0,046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777240" y="425196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nDCG@10 к поиску по словам, зерно 2026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263640" y="3200400"/>
            <a:ext cx="548640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6537960" y="342900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+0,087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6537960" y="425196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nDCG@10 к поиску по словам, зерно 7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02920" y="6172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-m app.validation.matching    и    python -m app.validation.matching --seed 7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9260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2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ОСЬ ФСП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6400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Соревнования не поднимают грейд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02920" y="1965960"/>
            <a:ext cx="11155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Грейд подтверждает только тест. Протокол ФСП — вторая ось: место, давность, командный зачёт. Статус соревнования на балл не влияет. Нет истории — ось выпадает из оценки, штрафа нет.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02920" y="3291840"/>
            <a:ext cx="11155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3566160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0,661 и 0,661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4754880" y="361188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nDCG@10 с осью и без неё, зерно 2026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02920" y="4572000"/>
            <a:ext cx="11155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4846320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0,713 и 0,713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4754880" y="489204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nDCG@10 с осью и без неё, зерно 7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92608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2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02920" y="64008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 же команды, что в документации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502920" y="1965960"/>
            <a:ext cx="11155680" cy="685800"/>
          </a:xfrm>
          <a:prstGeom prst="rect">
            <a:avLst/>
          </a:prstGeom>
          <a:solidFill>
            <a:srgbClr val="EFEFF1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2130552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Точность вдали от границы грейда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0" y="21031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91,5 %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595360" y="213055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 --n 2000 --seed 7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2743200"/>
            <a:ext cx="11155680" cy="685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2907792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Повторная сдача, каппа Коэна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00800" y="28803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0,51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595360" y="290779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 же команда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02920" y="3520440"/>
            <a:ext cx="11155680" cy="685800"/>
          </a:xfrm>
          <a:prstGeom prst="rect">
            <a:avLst/>
          </a:prstGeom>
          <a:solidFill>
            <a:srgbClr val="EFEFF1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3685032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Завышение грейда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00800" y="36576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2,2 %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595360" y="368503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 же команда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" y="4297680"/>
            <a:ext cx="11155680" cy="6858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4462272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Случайное угадывание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00800" y="44348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0 %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595360" y="446227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 же команда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5074920"/>
            <a:ext cx="11155680" cy="685800"/>
          </a:xfrm>
          <a:prstGeom prst="rect">
            <a:avLst/>
          </a:prstGeom>
          <a:solidFill>
            <a:srgbClr val="EFEFF1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" y="5239512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Подбор против ключевых слов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400800" y="52120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+0,046 и +0,087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8595360" y="523951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matching и --seed 7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1C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11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ДАЛЬШЕ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остаётся за этим стендом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02920" y="219456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DED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Настоящий ФСП ID и реестр по уже описанному контракту. Дельта протоколов забирается по расписанию.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02920" y="3154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DED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Порог по слабой теме не включён: точность падает с 78,5 % до 55,4 %, ложные сдачи — с 7,7 % до 3,0 %.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02920" y="41148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DED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Оценку различимости заданий в банк не пишем: ошибка растёт с 0,146 до 0,283.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02920" y="50749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DED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Исходы найма из ATS, чтобы калибровать подбор на реальных решениях людей.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ФСП Талант — обратный найм</dc:title>
  <dc:subject>Семь слайдов для жюри ЛЦТ 2026</dc:subject>
  <dc:creator>ФСП Талант</dc:creator>
  <cp:lastModifiedBy>ФСП Талант</cp:lastModifiedBy>
  <cp:revision>1</cp:revision>
  <dcterms:created xsi:type="dcterms:W3CDTF">2026-10-07T06:53:30Z</dcterms:created>
  <dcterms:modified xsi:type="dcterms:W3CDTF">2026-10-07T06:53:30Z</dcterms:modified>
</cp:coreProperties>
</file>