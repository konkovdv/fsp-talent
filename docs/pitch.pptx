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Аккаунты jury1…jury10 проходят полный тест без пауз.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18,2 → 13,2 %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ложные сдачи при утечке у 30 %: карантин ключей на тех же людях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каппа Коэна повторной сдачи с новыми заданиями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6,4 · 70,5 · 99,2 %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тест на middle настоящие junior, middle и senior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Внутри категории выше тот, у кого сильнее тест и ФСП: вклад виден в баллах.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порядка со скрытой силой: 0,240 против 0,011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Завышенный грейд в первой десятке: 19,9 %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оси после 20 участий в нижней половине протокола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после двух побед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штрафа без истории ФСП: ось выпадает из оценки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pytest tests/unit/test_fsp_axis_example.py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634 юнит-теста, проверка теста и подбора с порогами, сквозной сценарий в браузере на чистом стенде.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2026-10-07T16:48:02Z</dcterms:created>
  <dcterms:modified xsi:type="dcterms:W3CDTF">2026-10-07T16:48:02Z</dcterms:modified>
</cp:coreProperties>
</file>